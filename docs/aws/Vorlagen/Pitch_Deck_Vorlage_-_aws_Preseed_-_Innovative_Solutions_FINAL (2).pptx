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8.xml" ContentType="application/vnd.openxmlformats-officedocument.theme+xml"/>
  <Override PartName="/ppt/slideLayouts/slideLayout39.xml" ContentType="application/vnd.openxmlformats-officedocument.presentationml.slideLayout+xml"/>
  <Override PartName="/ppt/theme/theme9.xml" ContentType="application/vnd.openxmlformats-officedocument.theme+xml"/>
  <Override PartName="/ppt/slideLayouts/slideLayout40.xml" ContentType="application/vnd.openxmlformats-officedocument.presentationml.slideLayout+xml"/>
  <Override PartName="/ppt/theme/theme10.xml" ContentType="application/vnd.openxmlformats-officedocument.theme+xml"/>
  <Override PartName="/ppt/slideLayouts/slideLayout4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 id="2147483665" r:id="rId5"/>
    <p:sldMasterId id="2147483668" r:id="rId6"/>
    <p:sldMasterId id="2147483671" r:id="rId7"/>
    <p:sldMasterId id="2147483685" r:id="rId8"/>
    <p:sldMasterId id="2147483692" r:id="rId9"/>
    <p:sldMasterId id="2147483674" r:id="rId10"/>
    <p:sldMasterId id="2147483680" r:id="rId11"/>
    <p:sldMasterId id="2147483702" r:id="rId12"/>
    <p:sldMasterId id="2147483714" r:id="rId13"/>
    <p:sldMasterId id="2147483716" r:id="rId14"/>
  </p:sldMasterIdLst>
  <p:notesMasterIdLst>
    <p:notesMasterId r:id="rId35"/>
  </p:notesMasterIdLst>
  <p:handoutMasterIdLst>
    <p:handoutMasterId r:id="rId36"/>
  </p:handoutMasterIdLst>
  <p:sldIdLst>
    <p:sldId id="256" r:id="rId15"/>
    <p:sldId id="261" r:id="rId16"/>
    <p:sldId id="257" r:id="rId17"/>
    <p:sldId id="259" r:id="rId18"/>
    <p:sldId id="260" r:id="rId19"/>
    <p:sldId id="276" r:id="rId20"/>
    <p:sldId id="272" r:id="rId21"/>
    <p:sldId id="277" r:id="rId22"/>
    <p:sldId id="262" r:id="rId23"/>
    <p:sldId id="264" r:id="rId24"/>
    <p:sldId id="265" r:id="rId25"/>
    <p:sldId id="263" r:id="rId26"/>
    <p:sldId id="267" r:id="rId27"/>
    <p:sldId id="273" r:id="rId28"/>
    <p:sldId id="274" r:id="rId29"/>
    <p:sldId id="268" r:id="rId30"/>
    <p:sldId id="269" r:id="rId31"/>
    <p:sldId id="270" r:id="rId32"/>
    <p:sldId id="275" r:id="rId33"/>
    <p:sldId id="271"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D775A9-5332-983C-C197-422058825F12}" name="ZUCALI Benjamin" initials="ZB" userId="S::b.zucali@aws.at::9933d340-7dc0-4a27-80aa-f6bae7c74f9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greiter Carina" initials="MC" lastIdx="1" clrIdx="0">
    <p:extLst>
      <p:ext uri="{19B8F6BF-5375-455C-9EA6-DF929625EA0E}">
        <p15:presenceInfo xmlns:p15="http://schemas.microsoft.com/office/powerpoint/2012/main" userId="S::c.margreiter@aws.at::737ef429-ba38-49ba-951b-6659040e296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6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6357" autoAdjust="0"/>
  </p:normalViewPr>
  <p:slideViewPr>
    <p:cSldViewPr snapToGrid="0" showGuides="1">
      <p:cViewPr varScale="1">
        <p:scale>
          <a:sx n="78" d="100"/>
          <a:sy n="78" d="100"/>
        </p:scale>
        <p:origin x="739" y="58"/>
      </p:cViewPr>
      <p:guideLst>
        <p:guide orient="horz" pos="2160"/>
        <p:guide pos="3840"/>
      </p:guideLst>
    </p:cSldViewPr>
  </p:slideViewPr>
  <p:outlineViewPr>
    <p:cViewPr>
      <p:scale>
        <a:sx n="33" d="100"/>
        <a:sy n="33" d="100"/>
      </p:scale>
      <p:origin x="0" y="-2430"/>
    </p:cViewPr>
  </p:outlineViewPr>
  <p:notesTextViewPr>
    <p:cViewPr>
      <p:scale>
        <a:sx n="1" d="1"/>
        <a:sy n="1" d="1"/>
      </p:scale>
      <p:origin x="0" y="0"/>
    </p:cViewPr>
  </p:notesText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7.xml"/><Relationship Id="rId34" Type="http://schemas.openxmlformats.org/officeDocument/2006/relationships/slide" Target="slides/slide20.xml"/><Relationship Id="rId42" Type="http://schemas.microsoft.com/office/2018/10/relationships/authors" Target="author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slide" Target="slides/slide1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5.xml"/><Relationship Id="rId31"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DDFC05-249E-4F32-AE9C-1410BA4D281A}" type="datetimeFigureOut">
              <a:rPr lang="de-AT" smtClean="0"/>
              <a:t>21.07.2025</a:t>
            </a:fld>
            <a:endParaRPr lang="de-AT"/>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DD1CCA-3FA4-4D57-83D0-69148280D885}" type="slidenum">
              <a:rPr lang="de-AT" smtClean="0"/>
              <a:t>‹Nr.›</a:t>
            </a:fld>
            <a:endParaRPr lang="de-AT"/>
          </a:p>
        </p:txBody>
      </p:sp>
    </p:spTree>
    <p:extLst>
      <p:ext uri="{BB962C8B-B14F-4D97-AF65-F5344CB8AC3E}">
        <p14:creationId xmlns:p14="http://schemas.microsoft.com/office/powerpoint/2010/main" val="22661185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CD7147-F1A5-47BC-BB01-29899F833CDE}" type="datetimeFigureOut">
              <a:rPr lang="de-AT" smtClean="0"/>
              <a:t>21.07.2025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35D6F8-89AC-47C9-880E-CE1A89FAD271}" type="slidenum">
              <a:rPr lang="de-AT" smtClean="0"/>
              <a:t>‹Nr.›</a:t>
            </a:fld>
            <a:endParaRPr lang="de-AT"/>
          </a:p>
        </p:txBody>
      </p:sp>
    </p:spTree>
    <p:extLst>
      <p:ext uri="{BB962C8B-B14F-4D97-AF65-F5344CB8AC3E}">
        <p14:creationId xmlns:p14="http://schemas.microsoft.com/office/powerpoint/2010/main" val="223781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0" name="Rechteck 9"/>
          <p:cNvSpPr/>
          <p:nvPr userDrawn="1"/>
        </p:nvSpPr>
        <p:spPr>
          <a:xfrm>
            <a:off x="0" y="1"/>
            <a:ext cx="12192000" cy="6858000"/>
          </a:xfrm>
          <a:prstGeom prst="rect">
            <a:avLst/>
          </a:prstGeom>
          <a:solidFill>
            <a:srgbClr val="022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dirty="0"/>
          </a:p>
        </p:txBody>
      </p:sp>
      <p:sp>
        <p:nvSpPr>
          <p:cNvPr id="4" name="Textplatzhalter 35"/>
          <p:cNvSpPr txBox="1">
            <a:spLocks/>
          </p:cNvSpPr>
          <p:nvPr userDrawn="1"/>
        </p:nvSpPr>
        <p:spPr>
          <a:xfrm>
            <a:off x="817053" y="6491302"/>
            <a:ext cx="9680785" cy="224771"/>
          </a:xfrm>
          <a:prstGeom prst="rect">
            <a:avLst/>
          </a:prstGeom>
          <a:ln>
            <a:noFill/>
          </a:ln>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ln>
                  <a:noFill/>
                </a:ln>
                <a:solidFill>
                  <a:schemeClr val="bg1"/>
                </a:solidFill>
              </a:rPr>
              <a:t>Youth Entrepreneurship Week | 10.12.2021</a:t>
            </a:r>
            <a:endParaRPr lang="de-DE" sz="900" dirty="0">
              <a:ln>
                <a:noFill/>
              </a:ln>
              <a:solidFill>
                <a:schemeClr val="bg1"/>
              </a:solidFill>
            </a:endParaRPr>
          </a:p>
        </p:txBody>
      </p:sp>
      <p:sp>
        <p:nvSpPr>
          <p:cNvPr id="5" name="Textplatzhalter 4"/>
          <p:cNvSpPr>
            <a:spLocks noGrp="1"/>
          </p:cNvSpPr>
          <p:nvPr>
            <p:ph type="body" sz="quarter" idx="10" hasCustomPrompt="1"/>
          </p:nvPr>
        </p:nvSpPr>
        <p:spPr>
          <a:xfrm>
            <a:off x="817052" y="3433782"/>
            <a:ext cx="10541001" cy="2009775"/>
          </a:xfrm>
          <a:prstGeom prst="rect">
            <a:avLst/>
          </a:prstGeom>
        </p:spPr>
        <p:txBody>
          <a:bodyPr vert="horz" lIns="0" tIns="0" rIns="0" bIns="0" anchor="b" anchorCtr="0"/>
          <a:lstStyle>
            <a:lvl1pPr>
              <a:defRPr sz="4400" b="1">
                <a:solidFill>
                  <a:schemeClr val="bg1"/>
                </a:solidFill>
              </a:defRPr>
            </a:lvl1pPr>
          </a:lstStyle>
          <a:p>
            <a:pPr lvl="0"/>
            <a:r>
              <a:rPr lang="de-AT" dirty="0"/>
              <a:t>Arial Fett 44 </a:t>
            </a:r>
            <a:r>
              <a:rPr lang="de-AT" dirty="0" err="1"/>
              <a:t>weiss</a:t>
            </a:r>
            <a:endParaRPr lang="de-AT" dirty="0"/>
          </a:p>
          <a:p>
            <a:pPr lvl="0"/>
            <a:r>
              <a:rPr lang="de-AT" dirty="0"/>
              <a:t>Arial 44 hellblau</a:t>
            </a:r>
          </a:p>
        </p:txBody>
      </p:sp>
      <p:sp>
        <p:nvSpPr>
          <p:cNvPr id="16" name="Oval 6"/>
          <p:cNvSpPr>
            <a:spLocks/>
          </p:cNvSpPr>
          <p:nvPr userDrawn="1"/>
        </p:nvSpPr>
        <p:spPr>
          <a:xfrm>
            <a:off x="9198181" y="368301"/>
            <a:ext cx="3240000" cy="3240000"/>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a:p>
        </p:txBody>
      </p:sp>
      <p:pic>
        <p:nvPicPr>
          <p:cNvPr id="17" name="Bild 7" descr="aws_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19531" y="1670072"/>
            <a:ext cx="2160000" cy="634349"/>
          </a:xfrm>
          <a:prstGeom prst="rect">
            <a:avLst/>
          </a:prstGeom>
        </p:spPr>
      </p:pic>
      <p:sp>
        <p:nvSpPr>
          <p:cNvPr id="2" name="Textfeld 1">
            <a:extLst>
              <a:ext uri="{FF2B5EF4-FFF2-40B4-BE49-F238E27FC236}">
                <a16:creationId xmlns:a16="http://schemas.microsoft.com/office/drawing/2014/main" id="{6BA02436-3428-4632-A9BA-320C7FCAD718}"/>
              </a:ext>
            </a:extLst>
          </p:cNvPr>
          <p:cNvSpPr txBox="1"/>
          <p:nvPr userDrawn="1"/>
        </p:nvSpPr>
        <p:spPr>
          <a:xfrm>
            <a:off x="691978" y="6359611"/>
            <a:ext cx="2504303" cy="369332"/>
          </a:xfrm>
          <a:prstGeom prst="rect">
            <a:avLst/>
          </a:prstGeom>
          <a:solidFill>
            <a:srgbClr val="022666"/>
          </a:solidFill>
        </p:spPr>
        <p:txBody>
          <a:bodyPr wrap="square" rtlCol="0">
            <a:spAutoFit/>
          </a:bodyPr>
          <a:lstStyle/>
          <a:p>
            <a:endParaRPr lang="en-US" dirty="0"/>
          </a:p>
        </p:txBody>
      </p:sp>
    </p:spTree>
    <p:extLst>
      <p:ext uri="{BB962C8B-B14F-4D97-AF65-F5344CB8AC3E}">
        <p14:creationId xmlns:p14="http://schemas.microsoft.com/office/powerpoint/2010/main" val="71472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100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10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150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10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5">
                                            <p:txEl>
                                              <p:pRg st="1" end="1"/>
                                            </p:txEl>
                                          </p:spTgt>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tmplLst>
          <p:tmpl lvl="1">
            <p:tnLst>
              <p:par>
                <p:cTn presetID="2" presetClass="entr" presetSubtype="8" fill="hold" nodeType="withEffect">
                  <p:stCondLst>
                    <p:cond delay="15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1000" fill="hold"/>
                        <p:tgtEl>
                          <p:spTgt spid="5"/>
                        </p:tgtEl>
                        <p:attrNameLst>
                          <p:attrName>ppt_x</p:attrName>
                        </p:attrNameLst>
                      </p:cBhvr>
                      <p:tavLst>
                        <p:tav tm="0">
                          <p:val>
                            <p:strVal val="0-#ppt_w/2"/>
                          </p:val>
                        </p:tav>
                        <p:tav tm="100000">
                          <p:val>
                            <p:strVal val="#ppt_x"/>
                          </p:val>
                        </p:tav>
                      </p:tavLst>
                    </p:anim>
                    <p:anim calcmode="lin" valueType="num">
                      <p:cBhvr additive="base">
                        <p:cTn dur="1000" fill="hold"/>
                        <p:tgtEl>
                          <p:spTgt spid="5"/>
                        </p:tgtEl>
                        <p:attrNameLst>
                          <p:attrName>ppt_y</p:attrName>
                        </p:attrNameLst>
                      </p:cBhvr>
                      <p:tavLst>
                        <p:tav tm="0">
                          <p:val>
                            <p:strVal val="#ppt_y"/>
                          </p:val>
                        </p:tav>
                        <p:tav tm="100000">
                          <p:val>
                            <p:strVal val="#ppt_y"/>
                          </p:val>
                        </p:tav>
                      </p:tavLst>
                    </p:anim>
                  </p:childTnLst>
                </p:cTn>
              </p:par>
            </p:tnLst>
          </p:tmpl>
        </p:tmplLst>
      </p:bldP>
      <p:bldP spid="16" grpId="0" animBg="1"/>
    </p:bldLst>
  </p:timing>
  <p:extLst>
    <p:ext uri="{DCECCB84-F9BA-43D5-87BE-67443E8EF086}">
      <p15:sldGuideLst xmlns:p15="http://schemas.microsoft.com/office/powerpoint/2012/main">
        <p15:guide id="1" orient="horz" pos="1453" userDrawn="1">
          <p15:clr>
            <a:srgbClr val="FBAE40"/>
          </p15:clr>
        </p15:guide>
        <p15:guide id="2" pos="50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8" name="Rechteck 7"/>
          <p:cNvSpPr/>
          <p:nvPr userDrawn="1"/>
        </p:nvSpPr>
        <p:spPr>
          <a:xfrm>
            <a:off x="0" y="1"/>
            <a:ext cx="12192000" cy="6858000"/>
          </a:xfrm>
          <a:prstGeom prst="rect">
            <a:avLst/>
          </a:prstGeom>
          <a:solidFill>
            <a:srgbClr val="022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dirty="0"/>
          </a:p>
        </p:txBody>
      </p:sp>
      <p:sp>
        <p:nvSpPr>
          <p:cNvPr id="4" name="Textplatzhalter 35"/>
          <p:cNvSpPr txBox="1">
            <a:spLocks/>
          </p:cNvSpPr>
          <p:nvPr userDrawn="1"/>
        </p:nvSpPr>
        <p:spPr>
          <a:xfrm>
            <a:off x="817053" y="6491302"/>
            <a:ext cx="9680785" cy="224771"/>
          </a:xfrm>
          <a:prstGeom prst="rect">
            <a:avLst/>
          </a:prstGeom>
          <a:ln>
            <a:noFill/>
          </a:ln>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ln>
                  <a:noFill/>
                </a:ln>
                <a:solidFill>
                  <a:schemeClr val="bg1"/>
                </a:solidFill>
              </a:rPr>
              <a:t>Titel des Vortrags  |  Name de Vortragenden </a:t>
            </a:r>
            <a:r>
              <a:rPr lang="de-AT" sz="900" baseline="0" dirty="0">
                <a:ln>
                  <a:noFill/>
                </a:ln>
                <a:solidFill>
                  <a:schemeClr val="bg1"/>
                </a:solidFill>
              </a:rPr>
              <a:t> </a:t>
            </a:r>
            <a:r>
              <a:rPr lang="de-AT" sz="900" dirty="0">
                <a:ln>
                  <a:noFill/>
                </a:ln>
                <a:solidFill>
                  <a:schemeClr val="bg1"/>
                </a:solidFill>
              </a:rPr>
              <a:t>|  Seite </a:t>
            </a:r>
            <a:fld id="{58321080-53F8-5341-9F63-369F9D6D606E}" type="slidenum">
              <a:rPr lang="de-DE" sz="900" smtClean="0">
                <a:ln>
                  <a:noFill/>
                </a:ln>
                <a:solidFill>
                  <a:schemeClr val="bg1"/>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ln>
                <a:noFill/>
              </a:ln>
              <a:solidFill>
                <a:schemeClr val="bg1"/>
              </a:solidFill>
            </a:endParaRPr>
          </a:p>
        </p:txBody>
      </p:sp>
      <p:sp>
        <p:nvSpPr>
          <p:cNvPr id="7" name="Textplatzhalter 6"/>
          <p:cNvSpPr>
            <a:spLocks noGrp="1"/>
          </p:cNvSpPr>
          <p:nvPr>
            <p:ph type="body" sz="quarter" idx="10" hasCustomPrompt="1"/>
          </p:nvPr>
        </p:nvSpPr>
        <p:spPr>
          <a:xfrm>
            <a:off x="2131613" y="1444642"/>
            <a:ext cx="6601755" cy="3508335"/>
          </a:xfrm>
          <a:prstGeom prst="rect">
            <a:avLst/>
          </a:prstGeom>
        </p:spPr>
        <p:txBody>
          <a:bodyPr vert="horz" lIns="0" tIns="0" rIns="0" bIns="0" anchor="b"/>
          <a:lstStyle>
            <a:lvl1pPr>
              <a:lnSpc>
                <a:spcPct val="110000"/>
              </a:lnSpc>
              <a:defRPr sz="2800">
                <a:solidFill>
                  <a:schemeClr val="bg1"/>
                </a:solidFill>
              </a:defRPr>
            </a:lvl1pPr>
          </a:lstStyle>
          <a:p>
            <a:pPr lvl="0"/>
            <a:r>
              <a:rPr lang="de-AT" dirty="0"/>
              <a:t>Platz für ein Zitat in Arial Regular 28 mit mehreren Zeilen</a:t>
            </a:r>
          </a:p>
          <a:p>
            <a:pPr lvl="0"/>
            <a:endParaRPr lang="de-AT" dirty="0"/>
          </a:p>
          <a:p>
            <a:pPr lvl="0"/>
            <a:r>
              <a:rPr lang="de-AT" dirty="0"/>
              <a:t>– Name</a:t>
            </a:r>
          </a:p>
        </p:txBody>
      </p:sp>
      <p:pic>
        <p:nvPicPr>
          <p:cNvPr id="5" name="Bild 4" descr="aws_gaensefuesschen.png"/>
          <p:cNvPicPr>
            <a:picLocks noChangeAspect="1"/>
          </p:cNvPicPr>
          <p:nvPr userDrawn="1"/>
        </p:nvPicPr>
        <p:blipFill rotWithShape="1">
          <a:blip r:embed="rId2" cstate="print">
            <a:extLst>
              <a:ext uri="{28A0092B-C50C-407E-A947-70E740481C1C}">
                <a14:useLocalDpi xmlns:a14="http://schemas.microsoft.com/office/drawing/2010/main"/>
              </a:ext>
            </a:extLst>
          </a:blip>
          <a:srcRect b="28477"/>
          <a:stretch/>
        </p:blipFill>
        <p:spPr>
          <a:xfrm>
            <a:off x="6006352" y="5055646"/>
            <a:ext cx="3360000" cy="1802371"/>
          </a:xfrm>
          <a:prstGeom prst="rect">
            <a:avLst/>
          </a:prstGeom>
        </p:spPr>
      </p:pic>
    </p:spTree>
    <p:extLst>
      <p:ext uri="{BB962C8B-B14F-4D97-AF65-F5344CB8AC3E}">
        <p14:creationId xmlns:p14="http://schemas.microsoft.com/office/powerpoint/2010/main" val="301802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1000"/>
                                        <p:tgtEl>
                                          <p:spTgt spid="7">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folie">
    <p:spTree>
      <p:nvGrpSpPr>
        <p:cNvPr id="1" name=""/>
        <p:cNvGrpSpPr/>
        <p:nvPr/>
      </p:nvGrpSpPr>
      <p:grpSpPr>
        <a:xfrm>
          <a:off x="0" y="0"/>
          <a:ext cx="0" cy="0"/>
          <a:chOff x="0" y="0"/>
          <a:chExt cx="0" cy="0"/>
        </a:xfrm>
      </p:grpSpPr>
      <p:sp>
        <p:nvSpPr>
          <p:cNvPr id="3" name="Textplatzhalter 8"/>
          <p:cNvSpPr>
            <a:spLocks noGrp="1"/>
          </p:cNvSpPr>
          <p:nvPr>
            <p:ph type="body" sz="quarter" idx="10" hasCustomPrompt="1"/>
          </p:nvPr>
        </p:nvSpPr>
        <p:spPr>
          <a:xfrm>
            <a:off x="817053" y="1444643"/>
            <a:ext cx="10562167" cy="1480369"/>
          </a:xfrm>
          <a:prstGeom prst="rect">
            <a:avLst/>
          </a:prstGeom>
        </p:spPr>
        <p:txBody>
          <a:bodyPr vert="horz" lIns="0" tIns="0" rIns="0" bIns="0"/>
          <a:lstStyle>
            <a:lvl1pPr marL="0" indent="0">
              <a:buFontTx/>
              <a:buNone/>
              <a:defRPr sz="4400" b="1" baseline="0">
                <a:solidFill>
                  <a:schemeClr val="bg1"/>
                </a:solidFill>
                <a:latin typeface="Arial"/>
                <a:cs typeface="Arial"/>
              </a:defRPr>
            </a:lvl1pPr>
          </a:lstStyle>
          <a:p>
            <a:pPr lvl="0"/>
            <a:r>
              <a:rPr lang="de-AT" dirty="0"/>
              <a:t>Arial </a:t>
            </a:r>
            <a:r>
              <a:rPr lang="de-AT" dirty="0" err="1"/>
              <a:t>Bold</a:t>
            </a:r>
            <a:r>
              <a:rPr lang="de-AT" dirty="0"/>
              <a:t> 44 </a:t>
            </a:r>
            <a:r>
              <a:rPr lang="de-AT" dirty="0" err="1"/>
              <a:t>white</a:t>
            </a:r>
            <a:endParaRPr lang="de-AT" dirty="0"/>
          </a:p>
          <a:p>
            <a:pPr lvl="0"/>
            <a:r>
              <a:rPr lang="de-AT" dirty="0"/>
              <a:t>2. Headline Arial 44 Hellblau!</a:t>
            </a:r>
          </a:p>
        </p:txBody>
      </p:sp>
      <p:sp>
        <p:nvSpPr>
          <p:cNvPr id="2" name="Textfeld 1">
            <a:extLst>
              <a:ext uri="{FF2B5EF4-FFF2-40B4-BE49-F238E27FC236}">
                <a16:creationId xmlns:a16="http://schemas.microsoft.com/office/drawing/2014/main" id="{39BDC4C8-F4F5-4C0A-B02C-E1CD2C0F2C88}"/>
              </a:ext>
            </a:extLst>
          </p:cNvPr>
          <p:cNvSpPr txBox="1"/>
          <p:nvPr userDrawn="1"/>
        </p:nvSpPr>
        <p:spPr>
          <a:xfrm>
            <a:off x="700216" y="6376086"/>
            <a:ext cx="3064476" cy="369332"/>
          </a:xfrm>
          <a:prstGeom prst="rect">
            <a:avLst/>
          </a:prstGeom>
          <a:solidFill>
            <a:srgbClr val="022666"/>
          </a:solidFill>
        </p:spPr>
        <p:txBody>
          <a:bodyPr wrap="square" rtlCol="0">
            <a:spAutoFit/>
          </a:bodyPr>
          <a:lstStyle/>
          <a:p>
            <a:endParaRPr lang="en-US" dirty="0"/>
          </a:p>
        </p:txBody>
      </p:sp>
    </p:spTree>
    <p:extLst>
      <p:ext uri="{BB962C8B-B14F-4D97-AF65-F5344CB8AC3E}">
        <p14:creationId xmlns:p14="http://schemas.microsoft.com/office/powerpoint/2010/main" val="363623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1000" fill="hold"/>
                        <p:tgtEl>
                          <p:spTgt spid="3"/>
                        </p:tgtEl>
                        <p:attrNameLst>
                          <p:attrName>ppt_x</p:attrName>
                        </p:attrNameLst>
                      </p:cBhvr>
                      <p:tavLst>
                        <p:tav tm="0">
                          <p:val>
                            <p:strVal val="0-#ppt_w/2"/>
                          </p:val>
                        </p:tav>
                        <p:tav tm="100000">
                          <p:val>
                            <p:strVal val="#ppt_x"/>
                          </p:val>
                        </p:tav>
                      </p:tavLst>
                    </p:anim>
                    <p:anim calcmode="lin" valueType="num">
                      <p:cBhvr additive="base">
                        <p:cTn dur="1000" fill="hold"/>
                        <p:tgtEl>
                          <p:spTgt spid="3"/>
                        </p:tgtEl>
                        <p:attrNameLst>
                          <p:attrName>ppt_y</p:attrName>
                        </p:attrNameLst>
                      </p:cBhvr>
                      <p:tavLst>
                        <p:tav tm="0">
                          <p:val>
                            <p:strVal val="#ppt_y"/>
                          </p:val>
                        </p:tav>
                        <p:tav tm="100000">
                          <p:val>
                            <p:strVal val="#ppt_y"/>
                          </p:val>
                        </p:tav>
                      </p:tavLst>
                    </p:anim>
                  </p:childTnLst>
                </p:cTn>
              </p:par>
            </p:tnLst>
          </p:tmpl>
        </p:tmplLst>
      </p:bldP>
    </p:bldLst>
  </p:timing>
  <p:extLst>
    <p:ext uri="{DCECCB84-F9BA-43D5-87BE-67443E8EF086}">
      <p15:sldGuideLst xmlns:p15="http://schemas.microsoft.com/office/powerpoint/2012/main">
        <p15:guide id="1" pos="50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10" name="Rechteck 9"/>
          <p:cNvSpPr/>
          <p:nvPr userDrawn="1"/>
        </p:nvSpPr>
        <p:spPr>
          <a:xfrm>
            <a:off x="0" y="1"/>
            <a:ext cx="12192000" cy="6858000"/>
          </a:xfrm>
          <a:prstGeom prst="rect">
            <a:avLst/>
          </a:prstGeom>
          <a:solidFill>
            <a:srgbClr val="022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dirty="0"/>
          </a:p>
        </p:txBody>
      </p:sp>
      <p:sp>
        <p:nvSpPr>
          <p:cNvPr id="9" name="Textplatzhalter 4"/>
          <p:cNvSpPr>
            <a:spLocks noGrp="1"/>
          </p:cNvSpPr>
          <p:nvPr>
            <p:ph type="body" sz="quarter" idx="10" hasCustomPrompt="1"/>
          </p:nvPr>
        </p:nvSpPr>
        <p:spPr>
          <a:xfrm>
            <a:off x="806451" y="4076245"/>
            <a:ext cx="3840000" cy="2024249"/>
          </a:xfrm>
          <a:prstGeom prst="rect">
            <a:avLst/>
          </a:prstGeom>
        </p:spPr>
        <p:txBody>
          <a:bodyPr vert="horz" lIns="0" tIns="0" rIns="0" bIns="0" numCol="1" anchor="t" anchorCtr="0"/>
          <a:lstStyle>
            <a:lvl1pPr>
              <a:defRPr sz="1100" b="0" baseline="0">
                <a:solidFill>
                  <a:schemeClr val="bg1"/>
                </a:solidFill>
              </a:defRPr>
            </a:lvl1pPr>
          </a:lstStyle>
          <a:p>
            <a:pPr lvl="0"/>
            <a:r>
              <a:rPr lang="de-AT" dirty="0"/>
              <a:t>Austria Wirtschaftsservice Gesellschaft mbH</a:t>
            </a:r>
          </a:p>
          <a:p>
            <a:pPr lvl="0"/>
            <a:r>
              <a:rPr lang="de-AT" dirty="0" err="1"/>
              <a:t>Walcherstraße</a:t>
            </a:r>
            <a:r>
              <a:rPr lang="de-AT" dirty="0"/>
              <a:t> 11A, 1120 Wien</a:t>
            </a:r>
          </a:p>
          <a:p>
            <a:pPr lvl="0"/>
            <a:endParaRPr lang="de-AT" dirty="0"/>
          </a:p>
          <a:p>
            <a:pPr lvl="0"/>
            <a:r>
              <a:rPr lang="de-AT" dirty="0"/>
              <a:t>T +43 1 50175 –0</a:t>
            </a:r>
          </a:p>
          <a:p>
            <a:pPr lvl="0"/>
            <a:r>
              <a:rPr lang="de-AT" dirty="0"/>
              <a:t>E gruenden@aws.at   </a:t>
            </a:r>
          </a:p>
          <a:p>
            <a:pPr lvl="0"/>
            <a:endParaRPr lang="de-AT" dirty="0"/>
          </a:p>
          <a:p>
            <a:pPr lvl="0"/>
            <a:r>
              <a:rPr lang="de-AT" dirty="0"/>
              <a:t>www.aws.at</a:t>
            </a:r>
          </a:p>
        </p:txBody>
      </p:sp>
      <p:sp>
        <p:nvSpPr>
          <p:cNvPr id="11" name="Textplatzhalter 4"/>
          <p:cNvSpPr>
            <a:spLocks noGrp="1"/>
          </p:cNvSpPr>
          <p:nvPr>
            <p:ph type="body" sz="quarter" idx="11" hasCustomPrompt="1"/>
          </p:nvPr>
        </p:nvSpPr>
        <p:spPr>
          <a:xfrm>
            <a:off x="5129583" y="4073530"/>
            <a:ext cx="2880000" cy="2009495"/>
          </a:xfrm>
          <a:prstGeom prst="rect">
            <a:avLst/>
          </a:prstGeom>
        </p:spPr>
        <p:txBody>
          <a:bodyPr vert="horz" lIns="0" tIns="0" rIns="0" bIns="0" numCol="1" anchor="t" anchorCtr="0"/>
          <a:lstStyle>
            <a:lvl1pPr>
              <a:defRPr sz="1100" b="0" baseline="0">
                <a:solidFill>
                  <a:schemeClr val="bg1"/>
                </a:solidFill>
              </a:defRPr>
            </a:lvl1pPr>
          </a:lstStyle>
          <a:p>
            <a:pPr lvl="0"/>
            <a:r>
              <a:rPr lang="de-AT" dirty="0"/>
              <a:t>Max Mustermann</a:t>
            </a:r>
          </a:p>
          <a:p>
            <a:pPr lvl="0"/>
            <a:r>
              <a:rPr lang="de-AT" dirty="0"/>
              <a:t>Funktion in der </a:t>
            </a:r>
            <a:r>
              <a:rPr lang="de-AT" dirty="0" err="1"/>
              <a:t>aws</a:t>
            </a:r>
            <a:endParaRPr lang="de-AT" dirty="0"/>
          </a:p>
          <a:p>
            <a:pPr lvl="0"/>
            <a:endParaRPr lang="de-AT" dirty="0"/>
          </a:p>
          <a:p>
            <a:pPr lvl="0"/>
            <a:r>
              <a:rPr lang="de-AT" dirty="0"/>
              <a:t>T +43 1 50175 –0</a:t>
            </a:r>
          </a:p>
          <a:p>
            <a:pPr lvl="0"/>
            <a:r>
              <a:rPr lang="de-AT" dirty="0"/>
              <a:t>E max.mustermann@aws.at   </a:t>
            </a:r>
          </a:p>
          <a:p>
            <a:pPr lvl="0"/>
            <a:endParaRPr lang="de-AT" dirty="0"/>
          </a:p>
        </p:txBody>
      </p:sp>
      <p:sp>
        <p:nvSpPr>
          <p:cNvPr id="12" name="Textplatzhalter 4"/>
          <p:cNvSpPr>
            <a:spLocks noGrp="1"/>
          </p:cNvSpPr>
          <p:nvPr>
            <p:ph type="body" sz="quarter" idx="12" hasCustomPrompt="1"/>
          </p:nvPr>
        </p:nvSpPr>
        <p:spPr>
          <a:xfrm>
            <a:off x="8478033" y="4073530"/>
            <a:ext cx="2880000" cy="2009495"/>
          </a:xfrm>
          <a:prstGeom prst="rect">
            <a:avLst/>
          </a:prstGeom>
        </p:spPr>
        <p:txBody>
          <a:bodyPr vert="horz" lIns="0" tIns="0" rIns="0" bIns="0" numCol="1" anchor="t" anchorCtr="0"/>
          <a:lstStyle>
            <a:lvl1pPr>
              <a:defRPr sz="1100" b="0" baseline="0">
                <a:solidFill>
                  <a:schemeClr val="bg1"/>
                </a:solidFill>
              </a:defRPr>
            </a:lvl1pPr>
          </a:lstStyle>
          <a:p>
            <a:pPr lvl="0"/>
            <a:r>
              <a:rPr lang="de-AT" dirty="0"/>
              <a:t>Max Mustermann</a:t>
            </a:r>
          </a:p>
          <a:p>
            <a:pPr lvl="0"/>
            <a:r>
              <a:rPr lang="de-AT" dirty="0"/>
              <a:t>Funktion in der </a:t>
            </a:r>
            <a:r>
              <a:rPr lang="de-AT" dirty="0" err="1"/>
              <a:t>aws</a:t>
            </a:r>
            <a:endParaRPr lang="de-AT" dirty="0"/>
          </a:p>
          <a:p>
            <a:pPr lvl="0"/>
            <a:endParaRPr lang="de-AT" dirty="0"/>
          </a:p>
          <a:p>
            <a:pPr lvl="0"/>
            <a:r>
              <a:rPr lang="de-AT" dirty="0"/>
              <a:t>T +43 1 50175 –0</a:t>
            </a:r>
          </a:p>
          <a:p>
            <a:pPr lvl="0"/>
            <a:r>
              <a:rPr lang="de-AT" dirty="0"/>
              <a:t>E max.mustermann@aws.at   </a:t>
            </a:r>
          </a:p>
          <a:p>
            <a:pPr lvl="0"/>
            <a:endParaRPr lang="de-AT" dirty="0"/>
          </a:p>
        </p:txBody>
      </p:sp>
      <p:sp>
        <p:nvSpPr>
          <p:cNvPr id="13" name="Oval 6"/>
          <p:cNvSpPr>
            <a:spLocks/>
          </p:cNvSpPr>
          <p:nvPr userDrawn="1"/>
        </p:nvSpPr>
        <p:spPr>
          <a:xfrm>
            <a:off x="8239063" y="-162882"/>
            <a:ext cx="3240000" cy="3240000"/>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a:p>
        </p:txBody>
      </p:sp>
      <p:pic>
        <p:nvPicPr>
          <p:cNvPr id="14" name="Bild 7" descr="aws_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60413" y="1138889"/>
            <a:ext cx="2160000" cy="634349"/>
          </a:xfrm>
          <a:prstGeom prst="rect">
            <a:avLst/>
          </a:prstGeom>
        </p:spPr>
      </p:pic>
    </p:spTree>
    <p:extLst>
      <p:ext uri="{BB962C8B-B14F-4D97-AF65-F5344CB8AC3E}">
        <p14:creationId xmlns:p14="http://schemas.microsoft.com/office/powerpoint/2010/main" val="11524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extLst>
    <p:ext uri="{DCECCB84-F9BA-43D5-87BE-67443E8EF086}">
      <p15:sldGuideLst xmlns:p15="http://schemas.microsoft.com/office/powerpoint/2012/main">
        <p15:guide id="1" orient="horz" pos="1117" userDrawn="1">
          <p15:clr>
            <a:srgbClr val="FBAE40"/>
          </p15:clr>
        </p15:guide>
        <p15:guide id="2" pos="68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ischenfolie">
    <p:spTree>
      <p:nvGrpSpPr>
        <p:cNvPr id="1" name=""/>
        <p:cNvGrpSpPr/>
        <p:nvPr/>
      </p:nvGrpSpPr>
      <p:grpSpPr>
        <a:xfrm>
          <a:off x="0" y="0"/>
          <a:ext cx="0" cy="0"/>
          <a:chOff x="0" y="0"/>
          <a:chExt cx="0" cy="0"/>
        </a:xfrm>
      </p:grpSpPr>
      <p:sp>
        <p:nvSpPr>
          <p:cNvPr id="3" name="Textplatzhalter 8"/>
          <p:cNvSpPr>
            <a:spLocks noGrp="1"/>
          </p:cNvSpPr>
          <p:nvPr>
            <p:ph type="body" sz="quarter" idx="10" hasCustomPrompt="1"/>
          </p:nvPr>
        </p:nvSpPr>
        <p:spPr>
          <a:xfrm>
            <a:off x="817053" y="1444643"/>
            <a:ext cx="10562167" cy="1480369"/>
          </a:xfrm>
          <a:prstGeom prst="rect">
            <a:avLst/>
          </a:prstGeom>
        </p:spPr>
        <p:txBody>
          <a:bodyPr vert="horz" lIns="0" tIns="0" rIns="0" bIns="0"/>
          <a:lstStyle>
            <a:lvl1pPr marL="0" indent="0">
              <a:buFontTx/>
              <a:buNone/>
              <a:defRPr sz="4400" b="1" baseline="0">
                <a:solidFill>
                  <a:schemeClr val="bg1"/>
                </a:solidFill>
                <a:latin typeface="Arial"/>
                <a:cs typeface="Arial"/>
              </a:defRPr>
            </a:lvl1pPr>
          </a:lstStyle>
          <a:p>
            <a:pPr lvl="0"/>
            <a:r>
              <a:rPr lang="de-AT" dirty="0"/>
              <a:t>Arial </a:t>
            </a:r>
            <a:r>
              <a:rPr lang="de-AT" dirty="0" err="1"/>
              <a:t>Bold</a:t>
            </a:r>
            <a:r>
              <a:rPr lang="de-AT" dirty="0"/>
              <a:t> 44 </a:t>
            </a:r>
            <a:r>
              <a:rPr lang="de-AT" dirty="0" err="1"/>
              <a:t>white</a:t>
            </a:r>
            <a:endParaRPr lang="de-AT" dirty="0"/>
          </a:p>
          <a:p>
            <a:pPr lvl="0"/>
            <a:r>
              <a:rPr lang="de-AT" dirty="0"/>
              <a:t>2. Headline Arial 44 Hellblau!</a:t>
            </a:r>
          </a:p>
        </p:txBody>
      </p:sp>
    </p:spTree>
    <p:extLst>
      <p:ext uri="{BB962C8B-B14F-4D97-AF65-F5344CB8AC3E}">
        <p14:creationId xmlns:p14="http://schemas.microsoft.com/office/powerpoint/2010/main" val="169893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1000" fill="hold"/>
                        <p:tgtEl>
                          <p:spTgt spid="3"/>
                        </p:tgtEl>
                        <p:attrNameLst>
                          <p:attrName>ppt_x</p:attrName>
                        </p:attrNameLst>
                      </p:cBhvr>
                      <p:tavLst>
                        <p:tav tm="0">
                          <p:val>
                            <p:strVal val="0-#ppt_w/2"/>
                          </p:val>
                        </p:tav>
                        <p:tav tm="100000">
                          <p:val>
                            <p:strVal val="#ppt_x"/>
                          </p:val>
                        </p:tav>
                      </p:tavLst>
                    </p:anim>
                    <p:anim calcmode="lin" valueType="num">
                      <p:cBhvr additive="base">
                        <p:cTn dur="1000" fill="hold"/>
                        <p:tgtEl>
                          <p:spTgt spid="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 Produkt m. Image">
    <p:spTree>
      <p:nvGrpSpPr>
        <p:cNvPr id="1" name=""/>
        <p:cNvGrpSpPr/>
        <p:nvPr/>
      </p:nvGrpSpPr>
      <p:grpSpPr>
        <a:xfrm>
          <a:off x="0" y="0"/>
          <a:ext cx="0" cy="0"/>
          <a:chOff x="0" y="0"/>
          <a:chExt cx="0" cy="0"/>
        </a:xfrm>
      </p:grpSpPr>
      <p:sp>
        <p:nvSpPr>
          <p:cNvPr id="4" name="Textplatzhalter 3"/>
          <p:cNvSpPr>
            <a:spLocks noGrp="1"/>
          </p:cNvSpPr>
          <p:nvPr>
            <p:ph type="body" sz="quarter" idx="10" hasCustomPrompt="1"/>
          </p:nvPr>
        </p:nvSpPr>
        <p:spPr>
          <a:xfrm>
            <a:off x="817035" y="1444625"/>
            <a:ext cx="10541000" cy="1131888"/>
          </a:xfrm>
          <a:prstGeom prst="rect">
            <a:avLst/>
          </a:prstGeom>
        </p:spPr>
        <p:txBody>
          <a:bodyPr vert="horz" lIns="0" tIns="0" rIns="0" bIns="0"/>
          <a:lstStyle>
            <a:lvl1pPr marL="0" indent="0">
              <a:buFontTx/>
              <a:buNone/>
              <a:defRPr sz="2800" b="1">
                <a:solidFill>
                  <a:schemeClr val="bg1"/>
                </a:solidFill>
                <a:latin typeface="Arial"/>
                <a:cs typeface="Arial"/>
              </a:defRPr>
            </a:lvl1pPr>
          </a:lstStyle>
          <a:p>
            <a:r>
              <a:rPr lang="de-DE" sz="2400" u="sng" dirty="0" err="1"/>
              <a:t>aws</a:t>
            </a:r>
            <a:r>
              <a:rPr lang="de-DE" sz="2400" dirty="0"/>
              <a:t> </a:t>
            </a:r>
            <a:r>
              <a:rPr lang="de-DE" sz="2400" u="sng" dirty="0">
                <a:solidFill>
                  <a:srgbClr val="D39919"/>
                </a:solidFill>
              </a:rPr>
              <a:t>Gründen &amp; junge Unternehmen</a:t>
            </a:r>
          </a:p>
          <a:p>
            <a:r>
              <a:rPr lang="de-DE" sz="2400" b="0" dirty="0"/>
              <a:t>Innovation konsequent fördern!</a:t>
            </a:r>
          </a:p>
          <a:p>
            <a:pPr lvl="0"/>
            <a:endParaRPr lang="de-AT" dirty="0"/>
          </a:p>
        </p:txBody>
      </p:sp>
      <p:sp>
        <p:nvSpPr>
          <p:cNvPr id="6" name="Bildplatzhalter 5"/>
          <p:cNvSpPr>
            <a:spLocks noGrp="1"/>
          </p:cNvSpPr>
          <p:nvPr>
            <p:ph type="pic" sz="quarter" idx="11" hasCustomPrompt="1"/>
          </p:nvPr>
        </p:nvSpPr>
        <p:spPr>
          <a:xfrm>
            <a:off x="817054" y="2343684"/>
            <a:ext cx="10540999" cy="3914775"/>
          </a:xfrm>
          <a:prstGeom prst="rect">
            <a:avLst/>
          </a:prstGeom>
        </p:spPr>
        <p:txBody>
          <a:bodyPr vert="horz"/>
          <a:lstStyle>
            <a:lvl1pPr marL="0" indent="0">
              <a:buFontTx/>
              <a:buNone/>
              <a:defRPr sz="1401">
                <a:solidFill>
                  <a:schemeClr val="bg1"/>
                </a:solidFill>
                <a:latin typeface="Arial"/>
                <a:cs typeface="Arial"/>
              </a:defRPr>
            </a:lvl1pPr>
          </a:lstStyle>
          <a:p>
            <a:r>
              <a:rPr lang="de-DE" dirty="0"/>
              <a:t>Image Produkt einfügen</a:t>
            </a:r>
          </a:p>
        </p:txBody>
      </p:sp>
      <p:sp>
        <p:nvSpPr>
          <p:cNvPr id="7" name="Textplatzhalter 6"/>
          <p:cNvSpPr>
            <a:spLocks noGrp="1"/>
          </p:cNvSpPr>
          <p:nvPr>
            <p:ph type="body" sz="quarter" idx="12" hasCustomPrompt="1"/>
          </p:nvPr>
        </p:nvSpPr>
        <p:spPr>
          <a:xfrm>
            <a:off x="806470" y="523507"/>
            <a:ext cx="4504137" cy="314156"/>
          </a:xfrm>
          <a:prstGeom prst="rect">
            <a:avLst/>
          </a:prstGeom>
        </p:spPr>
        <p:txBody>
          <a:bodyPr vert="horz" lIns="0" tIns="0" rIns="0" bIns="0"/>
          <a:lstStyle>
            <a:lvl1pPr marL="0" indent="0">
              <a:buFontTx/>
              <a:buNone/>
              <a:defRPr sz="1100" b="1" u="sng">
                <a:solidFill>
                  <a:schemeClr val="bg1"/>
                </a:solidFill>
                <a:latin typeface="Arial"/>
                <a:cs typeface="Arial"/>
              </a:defRPr>
            </a:lvl1pPr>
          </a:lstStyle>
          <a:p>
            <a:pPr lvl="0"/>
            <a:r>
              <a:rPr lang="de-DE" dirty="0" err="1"/>
              <a:t>aws</a:t>
            </a:r>
            <a:r>
              <a:rPr lang="de-DE" dirty="0"/>
              <a:t> Produkttitel</a:t>
            </a:r>
          </a:p>
        </p:txBody>
      </p:sp>
    </p:spTree>
    <p:extLst>
      <p:ext uri="{BB962C8B-B14F-4D97-AF65-F5344CB8AC3E}">
        <p14:creationId xmlns:p14="http://schemas.microsoft.com/office/powerpoint/2010/main" val="166757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folie Förderbank">
    <p:spTree>
      <p:nvGrpSpPr>
        <p:cNvPr id="1" name=""/>
        <p:cNvGrpSpPr/>
        <p:nvPr/>
      </p:nvGrpSpPr>
      <p:grpSpPr>
        <a:xfrm>
          <a:off x="0" y="0"/>
          <a:ext cx="0" cy="0"/>
          <a:chOff x="0" y="0"/>
          <a:chExt cx="0" cy="0"/>
        </a:xfrm>
      </p:grpSpPr>
      <p:sp>
        <p:nvSpPr>
          <p:cNvPr id="9" name="Textplatzhalter 8"/>
          <p:cNvSpPr>
            <a:spLocks noGrp="1"/>
          </p:cNvSpPr>
          <p:nvPr>
            <p:ph type="body" sz="quarter" idx="10" hasCustomPrompt="1"/>
          </p:nvPr>
        </p:nvSpPr>
        <p:spPr>
          <a:xfrm>
            <a:off x="817053" y="1447301"/>
            <a:ext cx="10562167" cy="1480369"/>
          </a:xfrm>
          <a:prstGeom prst="rect">
            <a:avLst/>
          </a:prstGeom>
        </p:spPr>
        <p:txBody>
          <a:bodyPr vert="horz" lIns="0" tIns="0" rIns="0" bIns="0"/>
          <a:lstStyle>
            <a:lvl1pPr marL="0" indent="0">
              <a:buFontTx/>
              <a:buNone/>
              <a:defRPr sz="4400" b="1" baseline="0">
                <a:solidFill>
                  <a:schemeClr val="bg1"/>
                </a:solidFill>
                <a:latin typeface="Arial"/>
                <a:cs typeface="Arial"/>
              </a:defRPr>
            </a:lvl1pPr>
          </a:lstStyle>
          <a:p>
            <a:pPr lvl="0"/>
            <a:r>
              <a:rPr lang="de-AT" dirty="0"/>
              <a:t>Arial </a:t>
            </a:r>
            <a:r>
              <a:rPr lang="de-AT" dirty="0" err="1"/>
              <a:t>Bold</a:t>
            </a:r>
            <a:r>
              <a:rPr lang="de-AT" dirty="0"/>
              <a:t> 44 </a:t>
            </a:r>
            <a:r>
              <a:rPr lang="de-AT" dirty="0" err="1"/>
              <a:t>white</a:t>
            </a:r>
            <a:endParaRPr lang="de-AT" dirty="0"/>
          </a:p>
          <a:p>
            <a:pPr lvl="0"/>
            <a:r>
              <a:rPr lang="de-AT" dirty="0"/>
              <a:t>2. Headline Regular Blue!</a:t>
            </a:r>
          </a:p>
        </p:txBody>
      </p:sp>
      <p:pic>
        <p:nvPicPr>
          <p:cNvPr id="4" name="Bild 7" descr="pfeile.png"/>
          <p:cNvPicPr>
            <a:picLocks noChangeAspect="1"/>
          </p:cNvPicPr>
          <p:nvPr userDrawn="1"/>
        </p:nvPicPr>
        <p:blipFill rotWithShape="1">
          <a:blip r:embed="rId2" cstate="screen">
            <a:extLst>
              <a:ext uri="{28A0092B-C50C-407E-A947-70E740481C1C}">
                <a14:useLocalDpi xmlns:a14="http://schemas.microsoft.com/office/drawing/2010/main"/>
              </a:ext>
            </a:extLst>
          </a:blip>
          <a:srcRect l="36838" b="31400"/>
          <a:stretch/>
        </p:blipFill>
        <p:spPr>
          <a:xfrm>
            <a:off x="0" y="1321915"/>
            <a:ext cx="9067089" cy="6484669"/>
          </a:xfrm>
          <a:prstGeom prst="rect">
            <a:avLst/>
          </a:prstGeom>
        </p:spPr>
      </p:pic>
    </p:spTree>
    <p:extLst>
      <p:ext uri="{BB962C8B-B14F-4D97-AF65-F5344CB8AC3E}">
        <p14:creationId xmlns:p14="http://schemas.microsoft.com/office/powerpoint/2010/main" val="279303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10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100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10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9">
                                            <p:txEl>
                                              <p:pRg st="1" end="1"/>
                                            </p:txEl>
                                          </p:spTgt>
                                        </p:tgtEl>
                                        <p:attrNameLst>
                                          <p:attrName>ppt_y</p:attrName>
                                        </p:attrNameLst>
                                      </p:cBhvr>
                                      <p:tavLst>
                                        <p:tav tm="0">
                                          <p:val>
                                            <p:strVal val="#ppt_y"/>
                                          </p:val>
                                        </p:tav>
                                        <p:tav tm="100000">
                                          <p:val>
                                            <p:strVal val="#ppt_y"/>
                                          </p:val>
                                        </p:tav>
                                      </p:tavLst>
                                    </p:anim>
                                  </p:childTnLst>
                                </p:cTn>
                              </p:par>
                              <p:par>
                                <p:cTn id="13" presetID="10" presetClass="exit" presetSubtype="0" fill="hold" nodeType="withEffect">
                                  <p:stCondLst>
                                    <p:cond delay="0"/>
                                  </p:stCondLst>
                                  <p:childTnLst>
                                    <p:animEffect transition="out" filter="fade">
                                      <p:cBhvr>
                                        <p:cTn id="14" dur="2100"/>
                                        <p:tgtEl>
                                          <p:spTgt spid="4"/>
                                        </p:tgtEl>
                                      </p:cBhvr>
                                    </p:animEffect>
                                    <p:set>
                                      <p:cBhvr>
                                        <p:cTn id="15" dur="1" fill="hold">
                                          <p:stCondLst>
                                            <p:cond delay="20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2" presetClass="entr" presetSubtype="8" fill="hold" nodeType="withEffect">
                  <p:stCondLst>
                    <p:cond delay="10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1000" fill="hold"/>
                        <p:tgtEl>
                          <p:spTgt spid="9"/>
                        </p:tgtEl>
                        <p:attrNameLst>
                          <p:attrName>ppt_x</p:attrName>
                        </p:attrNameLst>
                      </p:cBhvr>
                      <p:tavLst>
                        <p:tav tm="0">
                          <p:val>
                            <p:strVal val="0-#ppt_w/2"/>
                          </p:val>
                        </p:tav>
                        <p:tav tm="100000">
                          <p:val>
                            <p:strVal val="#ppt_x"/>
                          </p:val>
                        </p:tav>
                      </p:tavLst>
                    </p:anim>
                    <p:anim calcmode="lin" valueType="num">
                      <p:cBhvr additive="base">
                        <p:cTn dur="1000" fill="hold"/>
                        <p:tgtEl>
                          <p:spTgt spid="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pic>
        <p:nvPicPr>
          <p:cNvPr id="4" name="Bild 3" descr="Logo_blau.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
        <p:nvSpPr>
          <p:cNvPr id="3" name="Textplatzhalter 8"/>
          <p:cNvSpPr>
            <a:spLocks noGrp="1"/>
          </p:cNvSpPr>
          <p:nvPr>
            <p:ph type="body" sz="quarter" idx="10" hasCustomPrompt="1"/>
          </p:nvPr>
        </p:nvSpPr>
        <p:spPr>
          <a:xfrm>
            <a:off x="817053" y="1444643"/>
            <a:ext cx="10562167" cy="1480369"/>
          </a:xfrm>
          <a:prstGeom prst="rect">
            <a:avLst/>
          </a:prstGeom>
        </p:spPr>
        <p:txBody>
          <a:bodyPr vert="horz" lIns="0" tIns="0" rIns="0" bIns="0"/>
          <a:lstStyle>
            <a:lvl1pPr marL="0" indent="0">
              <a:buFontTx/>
              <a:buNone/>
              <a:defRPr sz="4400" b="0" i="0" baseline="0">
                <a:solidFill>
                  <a:schemeClr val="bg1"/>
                </a:solidFill>
                <a:latin typeface="Arial"/>
                <a:cs typeface="Arial"/>
              </a:defRPr>
            </a:lvl1pPr>
          </a:lstStyle>
          <a:p>
            <a:pPr lvl="0"/>
            <a:r>
              <a:rPr lang="de-AT" dirty="0"/>
              <a:t>Arial Fett 44 dunkelblau</a:t>
            </a:r>
          </a:p>
          <a:p>
            <a:pPr lvl="0"/>
            <a:r>
              <a:rPr lang="de-AT" dirty="0"/>
              <a:t>2. Headline Arial 44 weiß</a:t>
            </a:r>
          </a:p>
        </p:txBody>
      </p:sp>
    </p:spTree>
    <p:extLst>
      <p:ext uri="{BB962C8B-B14F-4D97-AF65-F5344CB8AC3E}">
        <p14:creationId xmlns:p14="http://schemas.microsoft.com/office/powerpoint/2010/main" val="357974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pic>
        <p:nvPicPr>
          <p:cNvPr id="3" name="Bild 3" descr="Logo_blau.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1514092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sverzeichnis">
    <p:spTree>
      <p:nvGrpSpPr>
        <p:cNvPr id="1" name=""/>
        <p:cNvGrpSpPr/>
        <p:nvPr/>
      </p:nvGrpSpPr>
      <p:grpSpPr>
        <a:xfrm>
          <a:off x="0" y="0"/>
          <a:ext cx="0" cy="0"/>
          <a:chOff x="0" y="0"/>
          <a:chExt cx="0" cy="0"/>
        </a:xfrm>
      </p:grpSpPr>
      <p:sp>
        <p:nvSpPr>
          <p:cNvPr id="4" name="Textplatzhalter 6"/>
          <p:cNvSpPr>
            <a:spLocks noGrp="1"/>
          </p:cNvSpPr>
          <p:nvPr>
            <p:ph type="body" sz="quarter" idx="10" hasCustomPrompt="1"/>
          </p:nvPr>
        </p:nvSpPr>
        <p:spPr>
          <a:xfrm>
            <a:off x="817032" y="1444628"/>
            <a:ext cx="10562168" cy="4230461"/>
          </a:xfrm>
          <a:prstGeom prst="rect">
            <a:avLst/>
          </a:prstGeom>
        </p:spPr>
        <p:txBody>
          <a:bodyPr vert="horz" lIns="0" tIns="0" rIns="0" bIns="0" anchor="b"/>
          <a:lstStyle>
            <a:lvl1pPr marL="457154" marR="0" indent="-457154" algn="l" defTabSz="457154" rtl="0" eaLnBrk="1" fontAlgn="auto" latinLnBrk="0" hangingPunct="1">
              <a:lnSpc>
                <a:spcPct val="110000"/>
              </a:lnSpc>
              <a:spcBef>
                <a:spcPct val="20000"/>
              </a:spcBef>
              <a:spcAft>
                <a:spcPts val="0"/>
              </a:spcAft>
              <a:buClr>
                <a:srgbClr val="00AEEF"/>
              </a:buClr>
              <a:buSzPct val="100000"/>
              <a:buFont typeface="Wingdings" charset="2"/>
              <a:buAutoNum type="arabicPlain"/>
              <a:tabLst/>
              <a:defRPr sz="2400" b="0">
                <a:solidFill>
                  <a:srgbClr val="00377A"/>
                </a:solidFill>
                <a:latin typeface="Arial"/>
                <a:cs typeface="Arial"/>
              </a:defRPr>
            </a:lvl1pPr>
            <a:lvl2pPr marL="800020" indent="-342866">
              <a:buFont typeface="Symbol" panose="05050102010706020507" pitchFamily="18" charset="2"/>
              <a:buChar char="-"/>
              <a:defRPr sz="2400">
                <a:solidFill>
                  <a:schemeClr val="tx1"/>
                </a:solidFill>
                <a:latin typeface="Arial" panose="020B0604020202020204" pitchFamily="34" charset="0"/>
                <a:cs typeface="Arial" panose="020B0604020202020204" pitchFamily="34" charset="0"/>
              </a:defRPr>
            </a:lvl2pPr>
            <a:lvl3pPr marL="914310" indent="0">
              <a:buFont typeface="Symbol" panose="05050102010706020507" pitchFamily="18" charset="2"/>
              <a:buNone/>
              <a:defRPr sz="1801">
                <a:solidFill>
                  <a:srgbClr val="0099FF"/>
                </a:solidFill>
                <a:latin typeface="Arial" panose="020B0604020202020204" pitchFamily="34" charset="0"/>
                <a:cs typeface="Arial" panose="020B0604020202020204" pitchFamily="34" charset="0"/>
              </a:defRPr>
            </a:lvl3pPr>
          </a:lstStyle>
          <a:p>
            <a:pPr lvl="0"/>
            <a:r>
              <a:rPr lang="de-AT" dirty="0"/>
              <a:t>Kapitel Nummer Arial </a:t>
            </a:r>
            <a:r>
              <a:rPr lang="de-AT" dirty="0" err="1"/>
              <a:t>Bold</a:t>
            </a:r>
            <a:r>
              <a:rPr lang="de-AT" dirty="0"/>
              <a:t> 24 </a:t>
            </a:r>
            <a:r>
              <a:rPr lang="de-AT" dirty="0" err="1"/>
              <a:t>pt</a:t>
            </a:r>
            <a:r>
              <a:rPr lang="de-AT" dirty="0"/>
              <a:t> dunkelblau</a:t>
            </a:r>
          </a:p>
          <a:p>
            <a:pPr lvl="1"/>
            <a:r>
              <a:rPr lang="de-AT" dirty="0" err="1"/>
              <a:t>asdf</a:t>
            </a:r>
            <a:endParaRPr lang="de-AT" dirty="0"/>
          </a:p>
          <a:p>
            <a:pPr lvl="0"/>
            <a:r>
              <a:rPr lang="de-AT" dirty="0"/>
              <a:t>Kapitel Nummer zwei</a:t>
            </a:r>
          </a:p>
          <a:p>
            <a:pPr lvl="0"/>
            <a:r>
              <a:rPr lang="de-AT" dirty="0"/>
              <a:t>Kapitel Nummer drei</a:t>
            </a:r>
          </a:p>
        </p:txBody>
      </p:sp>
    </p:spTree>
    <p:extLst>
      <p:ext uri="{BB962C8B-B14F-4D97-AF65-F5344CB8AC3E}">
        <p14:creationId xmlns:p14="http://schemas.microsoft.com/office/powerpoint/2010/main" val="233457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duktbeschreibung">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99228" y="1444639"/>
            <a:ext cx="9379974"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6" name="Textplatzhalter 4"/>
          <p:cNvSpPr>
            <a:spLocks noGrp="1"/>
          </p:cNvSpPr>
          <p:nvPr>
            <p:ph type="body" sz="quarter" idx="11" hasCustomPrompt="1"/>
          </p:nvPr>
        </p:nvSpPr>
        <p:spPr>
          <a:xfrm>
            <a:off x="1999228" y="2687489"/>
            <a:ext cx="9379987" cy="2756053"/>
          </a:xfrm>
          <a:prstGeom prst="rect">
            <a:avLst/>
          </a:prstGeom>
        </p:spPr>
        <p:txBody>
          <a:bodyPr vert="horz" lIns="0" tIns="0" rIns="0" bIns="0" anchor="t"/>
          <a:lstStyle>
            <a:lvl1pPr marL="368515" indent="-285722">
              <a:lnSpc>
                <a:spcPct val="100000"/>
              </a:lnSpc>
              <a:spcBef>
                <a:spcPts val="432"/>
              </a:spcBef>
              <a:spcAft>
                <a:spcPts val="0"/>
              </a:spcAft>
              <a:buFont typeface="Symbol" panose="05050102010706020507" pitchFamily="18" charset="2"/>
              <a:buChar char="-"/>
              <a:defRPr sz="1801" baseline="0">
                <a:solidFill>
                  <a:srgbClr val="00377A"/>
                </a:solidFill>
                <a:latin typeface="Arial"/>
                <a:cs typeface="Arial"/>
              </a:defRPr>
            </a:lvl1pPr>
            <a:lvl2pPr marL="742876" indent="-285722">
              <a:buFont typeface="Symbol" panose="05050102010706020507" pitchFamily="18" charset="2"/>
              <a:buChar char="-"/>
              <a:defRPr sz="1801" u="none">
                <a:solidFill>
                  <a:srgbClr val="00377A"/>
                </a:solidFill>
                <a:latin typeface="Arial" panose="020B0604020202020204" pitchFamily="34" charset="0"/>
                <a:cs typeface="Arial" panose="020B0604020202020204" pitchFamily="34" charset="0"/>
              </a:defRPr>
            </a:lvl2pPr>
          </a:lstStyle>
          <a:p>
            <a:pPr lvl="0"/>
            <a:r>
              <a:rPr lang="de-AT" dirty="0"/>
              <a:t>Text</a:t>
            </a:r>
          </a:p>
          <a:p>
            <a:pPr lvl="1"/>
            <a:r>
              <a:rPr lang="de-AT" dirty="0"/>
              <a:t>Text</a:t>
            </a:r>
          </a:p>
        </p:txBody>
      </p:sp>
      <p:sp>
        <p:nvSpPr>
          <p:cNvPr id="9" name="Textplatzhalter 6"/>
          <p:cNvSpPr>
            <a:spLocks noGrp="1"/>
          </p:cNvSpPr>
          <p:nvPr>
            <p:ph type="body" sz="quarter" idx="13"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pic>
        <p:nvPicPr>
          <p:cNvPr id="10" name="Bild 2" descr="pfeil.png"/>
          <p:cNvPicPr>
            <a:picLocks noChangeAspect="1"/>
          </p:cNvPicPr>
          <p:nvPr userDrawn="1"/>
        </p:nvPicPr>
        <p:blipFill rotWithShape="1">
          <a:blip r:embed="rId2" cstate="screen">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
        <p:nvSpPr>
          <p:cNvPr id="11" name="Oval 3"/>
          <p:cNvSpPr>
            <a:spLocks noChangeAspect="1"/>
          </p:cNvSpPr>
          <p:nvPr userDrawn="1"/>
        </p:nvSpPr>
        <p:spPr>
          <a:xfrm>
            <a:off x="319548" y="2556388"/>
            <a:ext cx="1260000" cy="1260000"/>
          </a:xfrm>
          <a:prstGeom prst="ellipse">
            <a:avLst/>
          </a:prstGeom>
          <a:solidFill>
            <a:srgbClr val="0024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accent2"/>
              </a:solidFill>
            </a:endParaRPr>
          </a:p>
        </p:txBody>
      </p:sp>
      <p:sp>
        <p:nvSpPr>
          <p:cNvPr id="12" name="Bildplatzhalter 7"/>
          <p:cNvSpPr>
            <a:spLocks noGrp="1"/>
          </p:cNvSpPr>
          <p:nvPr>
            <p:ph type="pic" sz="quarter" idx="14" hasCustomPrompt="1"/>
          </p:nvPr>
        </p:nvSpPr>
        <p:spPr>
          <a:xfrm>
            <a:off x="490572" y="2738438"/>
            <a:ext cx="914400" cy="914400"/>
          </a:xfrm>
          <a:prstGeom prst="rect">
            <a:avLst/>
          </a:prstGeom>
        </p:spPr>
        <p:txBody>
          <a:bodyPr vert="horz"/>
          <a:lstStyle>
            <a:lvl1pPr marL="0" indent="0">
              <a:buFontTx/>
              <a:buNone/>
              <a:defRPr sz="1400">
                <a:solidFill>
                  <a:schemeClr val="bg1"/>
                </a:solidFill>
                <a:latin typeface="Arial"/>
                <a:cs typeface="Arial"/>
              </a:defRPr>
            </a:lvl1pPr>
          </a:lstStyle>
          <a:p>
            <a:r>
              <a:rPr lang="de-DE" dirty="0"/>
              <a:t>Image</a:t>
            </a:r>
          </a:p>
        </p:txBody>
      </p:sp>
    </p:spTree>
    <p:extLst>
      <p:ext uri="{BB962C8B-B14F-4D97-AF65-F5344CB8AC3E}">
        <p14:creationId xmlns:p14="http://schemas.microsoft.com/office/powerpoint/2010/main" val="195472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600" fill="hold"/>
                                        <p:tgtEl>
                                          <p:spTgt spid="10"/>
                                        </p:tgtEl>
                                        <p:attrNameLst>
                                          <p:attrName>ppt_x</p:attrName>
                                        </p:attrNameLst>
                                      </p:cBhvr>
                                      <p:tavLst>
                                        <p:tav tm="0">
                                          <p:val>
                                            <p:strVal val="0-#ppt_w/2"/>
                                          </p:val>
                                        </p:tav>
                                        <p:tav tm="100000">
                                          <p:val>
                                            <p:strVal val="#ppt_x"/>
                                          </p:val>
                                        </p:tav>
                                      </p:tavLst>
                                    </p:anim>
                                    <p:anim calcmode="lin" valueType="num">
                                      <p:cBhvr additive="base">
                                        <p:cTn id="8" dur="6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kte_Tabelle_Spalten">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84375" y="1444639"/>
            <a:ext cx="9394827"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7" name="Tabellenplatzhalter 6"/>
          <p:cNvSpPr>
            <a:spLocks noGrp="1"/>
          </p:cNvSpPr>
          <p:nvPr>
            <p:ph type="tbl" sz="quarter" idx="11" hasCustomPrompt="1"/>
          </p:nvPr>
        </p:nvSpPr>
        <p:spPr>
          <a:xfrm>
            <a:off x="807512" y="3065463"/>
            <a:ext cx="10572749" cy="2829796"/>
          </a:xfrm>
          <a:prstGeom prst="rect">
            <a:avLst/>
          </a:prstGeom>
        </p:spPr>
        <p:txBody>
          <a:bodyPr vert="horz"/>
          <a:lstStyle>
            <a:lvl1pPr marL="0" indent="0">
              <a:buNone/>
              <a:defRPr sz="1401">
                <a:latin typeface="Arial"/>
                <a:cs typeface="Arial"/>
              </a:defRPr>
            </a:lvl1pPr>
          </a:lstStyle>
          <a:p>
            <a:r>
              <a:rPr lang="de-DE" dirty="0"/>
              <a:t>                          Tabelle einfügen 4 Spalten</a:t>
            </a:r>
          </a:p>
        </p:txBody>
      </p:sp>
      <p:sp>
        <p:nvSpPr>
          <p:cNvPr id="8"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pic>
        <p:nvPicPr>
          <p:cNvPr id="6" name="Bild 2" descr="pfeil.png"/>
          <p:cNvPicPr>
            <a:picLocks noChangeAspect="1"/>
          </p:cNvPicPr>
          <p:nvPr userDrawn="1"/>
        </p:nvPicPr>
        <p:blipFill rotWithShape="1">
          <a:blip r:embed="rId2" cstate="screen">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2972922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strumente - Übersicht 1">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84375" y="1444639"/>
            <a:ext cx="9373672" cy="1005247"/>
          </a:xfrm>
          <a:prstGeom prst="rect">
            <a:avLst/>
          </a:prstGeom>
        </p:spPr>
        <p:txBody>
          <a:bodyPr vert="horz" lIns="0" tIns="0" rIns="0" bIns="0" anchor="b"/>
          <a:lstStyle>
            <a:lvl1pPr marL="0" indent="0">
              <a:buFontTx/>
              <a:buNone/>
              <a:defRPr sz="3001" b="1">
                <a:solidFill>
                  <a:srgbClr val="00377A"/>
                </a:solidFill>
                <a:latin typeface="Arial"/>
                <a:cs typeface="Arial"/>
              </a:defRPr>
            </a:lvl1pPr>
          </a:lstStyle>
          <a:p>
            <a:pPr lvl="0"/>
            <a:r>
              <a:rPr lang="de-AT" dirty="0"/>
              <a:t>Mastertextformat bearbeiten</a:t>
            </a:r>
          </a:p>
        </p:txBody>
      </p:sp>
      <p:sp>
        <p:nvSpPr>
          <p:cNvPr id="6" name="Textplatzhalter 4"/>
          <p:cNvSpPr>
            <a:spLocks noGrp="1"/>
          </p:cNvSpPr>
          <p:nvPr>
            <p:ph type="body" sz="quarter" idx="11" hasCustomPrompt="1"/>
          </p:nvPr>
        </p:nvSpPr>
        <p:spPr>
          <a:xfrm>
            <a:off x="1984375" y="2687489"/>
            <a:ext cx="9373672" cy="2756053"/>
          </a:xfrm>
          <a:prstGeom prst="rect">
            <a:avLst/>
          </a:prstGeom>
        </p:spPr>
        <p:txBody>
          <a:bodyPr vert="horz" lIns="0" tIns="0" rIns="0" bIns="0" anchor="t"/>
          <a:lstStyle>
            <a:lvl1pPr marL="285722" indent="-285722">
              <a:buFont typeface="Symbol" panose="05050102010706020507" pitchFamily="18" charset="2"/>
              <a:buChar char="-"/>
              <a:defRPr sz="1801">
                <a:solidFill>
                  <a:srgbClr val="00377A"/>
                </a:solidFill>
                <a:latin typeface="Arial"/>
                <a:cs typeface="Arial"/>
              </a:defRPr>
            </a:lvl1pPr>
            <a:lvl2pPr marL="541286" indent="-257152" defTabSz="541286">
              <a:defRPr sz="1801">
                <a:solidFill>
                  <a:srgbClr val="00377A"/>
                </a:solidFill>
                <a:latin typeface="Arial" panose="020B0604020202020204" pitchFamily="34" charset="0"/>
                <a:cs typeface="Arial" panose="020B0604020202020204" pitchFamily="34" charset="0"/>
              </a:defRPr>
            </a:lvl2pPr>
            <a:lvl3pPr marL="807960" indent="-266673" defTabSz="449218">
              <a:buFont typeface="Symbol" panose="05050102010706020507" pitchFamily="18" charset="2"/>
              <a:buChar char="-"/>
              <a:defRPr sz="1801">
                <a:solidFill>
                  <a:srgbClr val="00377A"/>
                </a:solidFill>
                <a:latin typeface="Arial" panose="020B0604020202020204" pitchFamily="34" charset="0"/>
                <a:cs typeface="Arial" panose="020B0604020202020204" pitchFamily="34" charset="0"/>
              </a:defRPr>
            </a:lvl3pPr>
          </a:lstStyle>
          <a:p>
            <a:pPr lvl="0"/>
            <a:r>
              <a:rPr lang="de-AT" dirty="0"/>
              <a:t>Mastertextformat bearbeiten</a:t>
            </a:r>
          </a:p>
          <a:p>
            <a:pPr lvl="1"/>
            <a:r>
              <a:rPr lang="de-AT" dirty="0" err="1"/>
              <a:t>Asdf</a:t>
            </a:r>
            <a:endParaRPr lang="de-AT" dirty="0"/>
          </a:p>
          <a:p>
            <a:pPr lvl="2"/>
            <a:r>
              <a:rPr lang="de-AT" dirty="0" err="1"/>
              <a:t>asdf</a:t>
            </a:r>
            <a:endParaRPr lang="de-AT" dirty="0"/>
          </a:p>
          <a:p>
            <a:pPr lvl="2"/>
            <a:endParaRPr lang="de-AT" dirty="0"/>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none" baseline="0">
                <a:solidFill>
                  <a:srgbClr val="00377A"/>
                </a:solidFill>
                <a:uFill>
                  <a:solidFill>
                    <a:srgbClr val="00377A"/>
                  </a:solidFill>
                </a:uFill>
                <a:latin typeface="Arial"/>
                <a:cs typeface="Arial"/>
              </a:defRPr>
            </a:lvl1pPr>
          </a:lstStyle>
          <a:p>
            <a:pPr lvl="0"/>
            <a:r>
              <a:rPr lang="de-DE" dirty="0" err="1"/>
              <a:t>aws</a:t>
            </a:r>
            <a:r>
              <a:rPr lang="de-DE" dirty="0"/>
              <a:t>  Produkttitel</a:t>
            </a:r>
          </a:p>
        </p:txBody>
      </p:sp>
      <p:pic>
        <p:nvPicPr>
          <p:cNvPr id="10" name="Bild 2" descr="pfeil.png"/>
          <p:cNvPicPr>
            <a:picLocks noChangeAspect="1"/>
          </p:cNvPicPr>
          <p:nvPr userDrawn="1"/>
        </p:nvPicPr>
        <p:blipFill rotWithShape="1">
          <a:blip r:embed="rId2" cstate="screen">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
        <p:nvSpPr>
          <p:cNvPr id="11" name="Oval 3"/>
          <p:cNvSpPr>
            <a:spLocks noChangeAspect="1"/>
          </p:cNvSpPr>
          <p:nvPr userDrawn="1"/>
        </p:nvSpPr>
        <p:spPr>
          <a:xfrm>
            <a:off x="319548" y="2556388"/>
            <a:ext cx="1260000" cy="12600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accent2"/>
              </a:solidFill>
            </a:endParaRPr>
          </a:p>
        </p:txBody>
      </p:sp>
      <p:sp>
        <p:nvSpPr>
          <p:cNvPr id="12" name="Bildplatzhalter 7"/>
          <p:cNvSpPr>
            <a:spLocks noGrp="1"/>
          </p:cNvSpPr>
          <p:nvPr>
            <p:ph type="pic" sz="quarter" idx="13" hasCustomPrompt="1"/>
          </p:nvPr>
        </p:nvSpPr>
        <p:spPr>
          <a:xfrm>
            <a:off x="490572" y="2738438"/>
            <a:ext cx="914400" cy="914400"/>
          </a:xfrm>
          <a:prstGeom prst="rect">
            <a:avLst/>
          </a:prstGeom>
        </p:spPr>
        <p:txBody>
          <a:bodyPr vert="horz"/>
          <a:lstStyle>
            <a:lvl1pPr marL="0" indent="0">
              <a:buFontTx/>
              <a:buNone/>
              <a:defRPr sz="1400">
                <a:solidFill>
                  <a:schemeClr val="bg1"/>
                </a:solidFill>
                <a:latin typeface="Arial"/>
                <a:cs typeface="Arial"/>
              </a:defRPr>
            </a:lvl1pPr>
          </a:lstStyle>
          <a:p>
            <a:r>
              <a:rPr lang="de-DE" dirty="0"/>
              <a:t>Image</a:t>
            </a:r>
          </a:p>
        </p:txBody>
      </p:sp>
    </p:spTree>
    <p:extLst>
      <p:ext uri="{BB962C8B-B14F-4D97-AF65-F5344CB8AC3E}">
        <p14:creationId xmlns:p14="http://schemas.microsoft.com/office/powerpoint/2010/main" val="358712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strumente - Übersicht 2">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806451" y="2260693"/>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3" name="Bildplatzhalter 2"/>
          <p:cNvSpPr>
            <a:spLocks noGrp="1"/>
          </p:cNvSpPr>
          <p:nvPr>
            <p:ph type="pic" sz="quarter" idx="20" hasCustomPrompt="1"/>
          </p:nvPr>
        </p:nvSpPr>
        <p:spPr>
          <a:xfrm>
            <a:off x="4380716" y="2260695"/>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4" name="Bildplatzhalter 2"/>
          <p:cNvSpPr>
            <a:spLocks noGrp="1"/>
          </p:cNvSpPr>
          <p:nvPr>
            <p:ph type="pic" sz="quarter" idx="21" hasCustomPrompt="1"/>
          </p:nvPr>
        </p:nvSpPr>
        <p:spPr>
          <a:xfrm>
            <a:off x="7963451" y="2260693"/>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7" name="Textplatzhalter 6"/>
          <p:cNvSpPr>
            <a:spLocks noGrp="1"/>
          </p:cNvSpPr>
          <p:nvPr>
            <p:ph type="body" sz="quarter" idx="13"/>
          </p:nvPr>
        </p:nvSpPr>
        <p:spPr>
          <a:xfrm>
            <a:off x="817033" y="4373822"/>
            <a:ext cx="3384000" cy="1323735"/>
          </a:xfrm>
          <a:prstGeom prst="rect">
            <a:avLst/>
          </a:prstGeom>
        </p:spPr>
        <p:txBody>
          <a:bodyPr vert="horz" lIns="0" tIns="0" rIns="0" bIns="0" anchor="t" anchorCtr="0"/>
          <a:lstStyle>
            <a:lvl1pPr marL="0" marR="0" indent="0" algn="l" defTabSz="457154" rtl="0" eaLnBrk="1" fontAlgn="auto" latinLnBrk="0" hangingPunct="1">
              <a:lnSpc>
                <a:spcPct val="110000"/>
              </a:lnSpc>
              <a:spcBef>
                <a:spcPts val="25"/>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5" name="Textplatzhalter 6"/>
          <p:cNvSpPr>
            <a:spLocks noGrp="1"/>
          </p:cNvSpPr>
          <p:nvPr>
            <p:ph type="body" sz="quarter" idx="22"/>
          </p:nvPr>
        </p:nvSpPr>
        <p:spPr>
          <a:xfrm>
            <a:off x="4391318" y="4373822"/>
            <a:ext cx="3394585" cy="1323735"/>
          </a:xfrm>
          <a:prstGeom prst="rect">
            <a:avLst/>
          </a:prstGeom>
        </p:spPr>
        <p:txBody>
          <a:bodyPr vert="horz" lIns="0" tIns="0" rIns="0" bIns="0" anchor="t" anchorCtr="0"/>
          <a:lstStyle>
            <a:lvl1pPr marL="0" marR="0" indent="0" algn="l" defTabSz="457154" rtl="0" eaLnBrk="1" fontAlgn="auto" latinLnBrk="0" hangingPunct="1">
              <a:lnSpc>
                <a:spcPct val="110000"/>
              </a:lnSpc>
              <a:spcBef>
                <a:spcPts val="25"/>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6" name="Textplatzhalter 6"/>
          <p:cNvSpPr>
            <a:spLocks noGrp="1"/>
          </p:cNvSpPr>
          <p:nvPr>
            <p:ph type="body" sz="quarter" idx="23"/>
          </p:nvPr>
        </p:nvSpPr>
        <p:spPr>
          <a:xfrm>
            <a:off x="7974033" y="4373818"/>
            <a:ext cx="3403051" cy="1331231"/>
          </a:xfrm>
          <a:prstGeom prst="rect">
            <a:avLst/>
          </a:prstGeom>
        </p:spPr>
        <p:txBody>
          <a:bodyPr vert="horz" lIns="0" tIns="0" rIns="0" bIns="0" anchor="t" anchorCtr="0"/>
          <a:lstStyle>
            <a:lvl1pPr marL="0" marR="0" indent="0" algn="l" defTabSz="457154" rtl="0" eaLnBrk="1" fontAlgn="auto" latinLnBrk="0" hangingPunct="1">
              <a:lnSpc>
                <a:spcPct val="110000"/>
              </a:lnSpc>
              <a:spcBef>
                <a:spcPts val="25"/>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1" name="Textplatzhalter 4"/>
          <p:cNvSpPr>
            <a:spLocks noGrp="1"/>
          </p:cNvSpPr>
          <p:nvPr>
            <p:ph type="body" sz="quarter" idx="10"/>
          </p:nvPr>
        </p:nvSpPr>
        <p:spPr>
          <a:xfrm>
            <a:off x="806452" y="1444633"/>
            <a:ext cx="10551581" cy="687299"/>
          </a:xfrm>
          <a:prstGeom prst="rect">
            <a:avLst/>
          </a:prstGeom>
        </p:spPr>
        <p:txBody>
          <a:bodyPr vert="horz" lIns="0" tIns="0" rIns="0" bIns="0" anchor="t" anchorCtr="0"/>
          <a:lstStyle>
            <a:lvl1pPr marL="0" indent="0">
              <a:buFontTx/>
              <a:buNone/>
              <a:defRPr sz="2400" b="1">
                <a:solidFill>
                  <a:srgbClr val="00377A"/>
                </a:solidFill>
                <a:latin typeface="Arial"/>
                <a:cs typeface="Arial"/>
              </a:defRPr>
            </a:lvl1pPr>
          </a:lstStyle>
          <a:p>
            <a:pPr lvl="0"/>
            <a:r>
              <a:rPr lang="de-AT" dirty="0"/>
              <a:t>Mastertextformat bearbeiten</a:t>
            </a:r>
          </a:p>
        </p:txBody>
      </p:sp>
    </p:spTree>
    <p:extLst>
      <p:ext uri="{BB962C8B-B14F-4D97-AF65-F5344CB8AC3E}">
        <p14:creationId xmlns:p14="http://schemas.microsoft.com/office/powerpoint/2010/main" val="352525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llustration frei">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353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 Bilder mit BU">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806451" y="2260676"/>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3" name="Bildplatzhalter 2"/>
          <p:cNvSpPr>
            <a:spLocks noGrp="1"/>
          </p:cNvSpPr>
          <p:nvPr>
            <p:ph type="pic" sz="quarter" idx="20" hasCustomPrompt="1"/>
          </p:nvPr>
        </p:nvSpPr>
        <p:spPr>
          <a:xfrm>
            <a:off x="4380716" y="2260677"/>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4" name="Bildplatzhalter 2"/>
          <p:cNvSpPr>
            <a:spLocks noGrp="1"/>
          </p:cNvSpPr>
          <p:nvPr>
            <p:ph type="pic" sz="quarter" idx="21" hasCustomPrompt="1"/>
          </p:nvPr>
        </p:nvSpPr>
        <p:spPr>
          <a:xfrm>
            <a:off x="7963451" y="2260676"/>
            <a:ext cx="3384000" cy="1984377"/>
          </a:xfrm>
          <a:prstGeom prst="rect">
            <a:avLst/>
          </a:prstGeom>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9" name="Textplatzhalter 6"/>
          <p:cNvSpPr>
            <a:spLocks noGrp="1"/>
          </p:cNvSpPr>
          <p:nvPr>
            <p:ph type="body" sz="quarter" idx="12" hasCustomPrompt="1"/>
          </p:nvPr>
        </p:nvSpPr>
        <p:spPr>
          <a:xfrm>
            <a:off x="806452" y="523506"/>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7" name="Textplatzhalter 6"/>
          <p:cNvSpPr>
            <a:spLocks noGrp="1"/>
          </p:cNvSpPr>
          <p:nvPr>
            <p:ph type="body" sz="quarter" idx="13"/>
          </p:nvPr>
        </p:nvSpPr>
        <p:spPr>
          <a:xfrm>
            <a:off x="817033" y="4373804"/>
            <a:ext cx="3384000" cy="1323735"/>
          </a:xfrm>
          <a:prstGeom prst="rect">
            <a:avLst/>
          </a:prstGeom>
        </p:spPr>
        <p:txBody>
          <a:bodyPr vert="horz" lIns="0" tIns="0" rIns="0" bIns="0" anchor="t" anchorCtr="0"/>
          <a:lstStyle>
            <a:lvl1pPr marL="0" marR="0" indent="0" algn="l" defTabSz="457200" rtl="0" eaLnBrk="1" fontAlgn="auto" latinLnBrk="0" hangingPunct="1">
              <a:lnSpc>
                <a:spcPct val="110000"/>
              </a:lnSpc>
              <a:spcBef>
                <a:spcPts val="24"/>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5" name="Textplatzhalter 6"/>
          <p:cNvSpPr>
            <a:spLocks noGrp="1"/>
          </p:cNvSpPr>
          <p:nvPr>
            <p:ph type="body" sz="quarter" idx="22"/>
          </p:nvPr>
        </p:nvSpPr>
        <p:spPr>
          <a:xfrm>
            <a:off x="4391300" y="4373804"/>
            <a:ext cx="3394585" cy="1323735"/>
          </a:xfrm>
          <a:prstGeom prst="rect">
            <a:avLst/>
          </a:prstGeom>
        </p:spPr>
        <p:txBody>
          <a:bodyPr vert="horz" lIns="0" tIns="0" rIns="0" bIns="0" anchor="t" anchorCtr="0"/>
          <a:lstStyle>
            <a:lvl1pPr marL="0" marR="0" indent="0" algn="l" defTabSz="457200" rtl="0" eaLnBrk="1" fontAlgn="auto" latinLnBrk="0" hangingPunct="1">
              <a:lnSpc>
                <a:spcPct val="110000"/>
              </a:lnSpc>
              <a:spcBef>
                <a:spcPts val="24"/>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6" name="Textplatzhalter 6"/>
          <p:cNvSpPr>
            <a:spLocks noGrp="1"/>
          </p:cNvSpPr>
          <p:nvPr>
            <p:ph type="body" sz="quarter" idx="23"/>
          </p:nvPr>
        </p:nvSpPr>
        <p:spPr>
          <a:xfrm>
            <a:off x="7974033" y="4373803"/>
            <a:ext cx="3403051" cy="1331230"/>
          </a:xfrm>
          <a:prstGeom prst="rect">
            <a:avLst/>
          </a:prstGeom>
        </p:spPr>
        <p:txBody>
          <a:bodyPr vert="horz" lIns="0" tIns="0" rIns="0" bIns="0" anchor="t" anchorCtr="0"/>
          <a:lstStyle>
            <a:lvl1pPr marL="0" marR="0" indent="0" algn="l" defTabSz="457200" rtl="0" eaLnBrk="1" fontAlgn="auto" latinLnBrk="0" hangingPunct="1">
              <a:lnSpc>
                <a:spcPct val="110000"/>
              </a:lnSpc>
              <a:spcBef>
                <a:spcPts val="24"/>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1" name="Textplatzhalter 4"/>
          <p:cNvSpPr>
            <a:spLocks noGrp="1"/>
          </p:cNvSpPr>
          <p:nvPr>
            <p:ph type="body" sz="quarter" idx="10"/>
          </p:nvPr>
        </p:nvSpPr>
        <p:spPr>
          <a:xfrm>
            <a:off x="806452" y="1444626"/>
            <a:ext cx="10551581" cy="687298"/>
          </a:xfrm>
          <a:prstGeom prst="rect">
            <a:avLst/>
          </a:prstGeom>
        </p:spPr>
        <p:txBody>
          <a:bodyPr vert="horz" lIns="0" tIns="0" rIns="0" bIns="0" anchor="t" anchorCtr="0"/>
          <a:lstStyle>
            <a:lvl1pPr marL="0" indent="0">
              <a:buFontTx/>
              <a:buNone/>
              <a:defRPr sz="2400" b="1">
                <a:solidFill>
                  <a:srgbClr val="00377A"/>
                </a:solidFill>
                <a:latin typeface="Arial"/>
                <a:cs typeface="Arial"/>
              </a:defRPr>
            </a:lvl1pPr>
          </a:lstStyle>
          <a:p>
            <a:pPr lvl="0"/>
            <a:r>
              <a:rPr lang="de-AT" dirty="0"/>
              <a:t>Mastertextformat bearbeiten</a:t>
            </a:r>
          </a:p>
        </p:txBody>
      </p:sp>
    </p:spTree>
    <p:extLst>
      <p:ext uri="{BB962C8B-B14F-4D97-AF65-F5344CB8AC3E}">
        <p14:creationId xmlns:p14="http://schemas.microsoft.com/office/powerpoint/2010/main" val="212651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Förderablauf Startseite">
    <p:spTree>
      <p:nvGrpSpPr>
        <p:cNvPr id="1" name=""/>
        <p:cNvGrpSpPr/>
        <p:nvPr/>
      </p:nvGrpSpPr>
      <p:grpSpPr>
        <a:xfrm>
          <a:off x="0" y="0"/>
          <a:ext cx="0" cy="0"/>
          <a:chOff x="0" y="0"/>
          <a:chExt cx="0" cy="0"/>
        </a:xfrm>
      </p:grpSpPr>
      <p:sp>
        <p:nvSpPr>
          <p:cNvPr id="4" name="Textplatzhalter 4"/>
          <p:cNvSpPr>
            <a:spLocks noGrp="1"/>
          </p:cNvSpPr>
          <p:nvPr>
            <p:ph type="body" sz="quarter" idx="10"/>
          </p:nvPr>
        </p:nvSpPr>
        <p:spPr>
          <a:xfrm>
            <a:off x="1984376" y="1444639"/>
            <a:ext cx="9394826"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8" name="Bildplatzhalter 5"/>
          <p:cNvSpPr>
            <a:spLocks noGrp="1" noChangeAspect="1"/>
          </p:cNvSpPr>
          <p:nvPr>
            <p:ph type="pic" sz="quarter" idx="13" hasCustomPrompt="1"/>
          </p:nvPr>
        </p:nvSpPr>
        <p:spPr>
          <a:xfrm>
            <a:off x="2587029" y="3065472"/>
            <a:ext cx="1200000" cy="899999"/>
          </a:xfrm>
          <a:prstGeom prst="rect">
            <a:avLst/>
          </a:prstGeom>
        </p:spPr>
        <p:txBody>
          <a:bodyPr vert="horz"/>
          <a:lstStyle>
            <a:lvl1pPr marL="0" indent="0">
              <a:buFontTx/>
              <a:buNone/>
              <a:defRPr sz="1200">
                <a:latin typeface="Arial"/>
                <a:cs typeface="Arial"/>
              </a:defRPr>
            </a:lvl1pPr>
          </a:lstStyle>
          <a:p>
            <a:r>
              <a:rPr lang="de-DE" dirty="0"/>
              <a:t>Image 1</a:t>
            </a:r>
          </a:p>
        </p:txBody>
      </p:sp>
      <p:sp>
        <p:nvSpPr>
          <p:cNvPr id="11" name="Textplatzhalter 10"/>
          <p:cNvSpPr>
            <a:spLocks noGrp="1"/>
          </p:cNvSpPr>
          <p:nvPr>
            <p:ph type="body" sz="quarter" idx="15" hasCustomPrompt="1"/>
          </p:nvPr>
        </p:nvSpPr>
        <p:spPr>
          <a:xfrm>
            <a:off x="2096351"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1</a:t>
            </a:r>
          </a:p>
        </p:txBody>
      </p:sp>
      <p:sp>
        <p:nvSpPr>
          <p:cNvPr id="17" name="Textplatzhalter 10"/>
          <p:cNvSpPr>
            <a:spLocks noGrp="1"/>
          </p:cNvSpPr>
          <p:nvPr>
            <p:ph type="body" sz="quarter" idx="19" hasCustomPrompt="1"/>
          </p:nvPr>
        </p:nvSpPr>
        <p:spPr>
          <a:xfrm>
            <a:off x="2096351"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0" name="Bildplatzhalter 5"/>
          <p:cNvSpPr>
            <a:spLocks noGrp="1" noChangeAspect="1"/>
          </p:cNvSpPr>
          <p:nvPr>
            <p:ph type="pic" sz="quarter" idx="20" hasCustomPrompt="1"/>
          </p:nvPr>
        </p:nvSpPr>
        <p:spPr>
          <a:xfrm>
            <a:off x="5224395" y="3097559"/>
            <a:ext cx="1200000" cy="899999"/>
          </a:xfrm>
          <a:prstGeom prst="rect">
            <a:avLst/>
          </a:prstGeom>
        </p:spPr>
        <p:txBody>
          <a:bodyPr vert="horz"/>
          <a:lstStyle>
            <a:lvl1pPr marL="0" indent="0">
              <a:buFontTx/>
              <a:buNone/>
              <a:defRPr sz="1200">
                <a:latin typeface="Arial"/>
                <a:cs typeface="Arial"/>
              </a:defRPr>
            </a:lvl1pPr>
          </a:lstStyle>
          <a:p>
            <a:r>
              <a:rPr lang="de-DE" dirty="0"/>
              <a:t>Image 2</a:t>
            </a:r>
          </a:p>
        </p:txBody>
      </p:sp>
      <p:sp>
        <p:nvSpPr>
          <p:cNvPr id="21" name="Textplatzhalter 10"/>
          <p:cNvSpPr>
            <a:spLocks noGrp="1"/>
          </p:cNvSpPr>
          <p:nvPr>
            <p:ph type="body" sz="quarter" idx="21" hasCustomPrompt="1"/>
          </p:nvPr>
        </p:nvSpPr>
        <p:spPr>
          <a:xfrm>
            <a:off x="4733718"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2</a:t>
            </a:r>
          </a:p>
        </p:txBody>
      </p:sp>
      <p:sp>
        <p:nvSpPr>
          <p:cNvPr id="22" name="Textplatzhalter 10"/>
          <p:cNvSpPr>
            <a:spLocks noGrp="1"/>
          </p:cNvSpPr>
          <p:nvPr>
            <p:ph type="body" sz="quarter" idx="22" hasCustomPrompt="1"/>
          </p:nvPr>
        </p:nvSpPr>
        <p:spPr>
          <a:xfrm>
            <a:off x="4733718"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3" name="Bildplatzhalter 5"/>
          <p:cNvSpPr>
            <a:spLocks noGrp="1" noChangeAspect="1"/>
          </p:cNvSpPr>
          <p:nvPr>
            <p:ph type="pic" sz="quarter" idx="23" hasCustomPrompt="1"/>
          </p:nvPr>
        </p:nvSpPr>
        <p:spPr>
          <a:xfrm>
            <a:off x="7863878" y="3065472"/>
            <a:ext cx="1200000" cy="899999"/>
          </a:xfrm>
          <a:prstGeom prst="rect">
            <a:avLst/>
          </a:prstGeom>
        </p:spPr>
        <p:txBody>
          <a:bodyPr vert="horz"/>
          <a:lstStyle>
            <a:lvl1pPr marL="0" indent="0">
              <a:buFontTx/>
              <a:buNone/>
              <a:defRPr sz="1200">
                <a:latin typeface="Arial"/>
                <a:cs typeface="Arial"/>
              </a:defRPr>
            </a:lvl1pPr>
          </a:lstStyle>
          <a:p>
            <a:r>
              <a:rPr lang="de-DE" dirty="0"/>
              <a:t>Image 3</a:t>
            </a:r>
          </a:p>
        </p:txBody>
      </p:sp>
      <p:sp>
        <p:nvSpPr>
          <p:cNvPr id="24" name="Textplatzhalter 10"/>
          <p:cNvSpPr>
            <a:spLocks noGrp="1"/>
          </p:cNvSpPr>
          <p:nvPr>
            <p:ph type="body" sz="quarter" idx="24" hasCustomPrompt="1"/>
          </p:nvPr>
        </p:nvSpPr>
        <p:spPr>
          <a:xfrm>
            <a:off x="7373201"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3</a:t>
            </a:r>
          </a:p>
        </p:txBody>
      </p:sp>
      <p:sp>
        <p:nvSpPr>
          <p:cNvPr id="25" name="Textplatzhalter 10"/>
          <p:cNvSpPr>
            <a:spLocks noGrp="1"/>
          </p:cNvSpPr>
          <p:nvPr>
            <p:ph type="body" sz="quarter" idx="25" hasCustomPrompt="1"/>
          </p:nvPr>
        </p:nvSpPr>
        <p:spPr>
          <a:xfrm>
            <a:off x="7373201"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14"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cxnSp>
        <p:nvCxnSpPr>
          <p:cNvPr id="6" name="Gerade Verbindung 5"/>
          <p:cNvCxnSpPr/>
          <p:nvPr userDrawn="1"/>
        </p:nvCxnSpPr>
        <p:spPr>
          <a:xfrm>
            <a:off x="1981967" y="3949716"/>
            <a:ext cx="0" cy="2078039"/>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18" name="Gerade Verbindung 17"/>
          <p:cNvCxnSpPr/>
          <p:nvPr userDrawn="1"/>
        </p:nvCxnSpPr>
        <p:spPr>
          <a:xfrm>
            <a:off x="4618705" y="3949716"/>
            <a:ext cx="0" cy="2078039"/>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userDrawn="1"/>
        </p:nvCxnSpPr>
        <p:spPr>
          <a:xfrm>
            <a:off x="7260233" y="3958310"/>
            <a:ext cx="0" cy="2069443"/>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userDrawn="1"/>
        </p:nvCxnSpPr>
        <p:spPr>
          <a:xfrm>
            <a:off x="9917311" y="3949716"/>
            <a:ext cx="0" cy="2078039"/>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pic>
        <p:nvPicPr>
          <p:cNvPr id="28" name="Bild 15" descr="pfeil.png"/>
          <p:cNvPicPr>
            <a:picLocks noChangeAspect="1"/>
          </p:cNvPicPr>
          <p:nvPr userDrawn="1"/>
        </p:nvPicPr>
        <p:blipFill rotWithShape="1">
          <a:blip r:embed="rId2" cstate="screen">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323854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10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par>
                                <p:cTn id="16" presetID="22" presetClass="entr" presetSubtype="8" fill="hold" grpId="0" nodeType="with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animEffect transition="in" filter="wipe(left)">
                                      <p:cBhvr>
                                        <p:cTn id="18" dur="1000"/>
                                        <p:tgtEl>
                                          <p:spTgt spid="1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animEffect transition="in" filter="fade">
                                      <p:cBhvr>
                                        <p:cTn id="23" dur="1000"/>
                                        <p:tgtEl>
                                          <p:spTgt spid="21">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22" presetClass="entr" presetSubtype="8" fill="hold" grpId="0" nodeType="withEffect">
                                  <p:stCondLst>
                                    <p:cond delay="0"/>
                                  </p:stCondLst>
                                  <p:childTnLst>
                                    <p:set>
                                      <p:cBhvr>
                                        <p:cTn id="30" dur="1" fill="hold">
                                          <p:stCondLst>
                                            <p:cond delay="0"/>
                                          </p:stCondLst>
                                        </p:cTn>
                                        <p:tgtEl>
                                          <p:spTgt spid="22">
                                            <p:txEl>
                                              <p:pRg st="0" end="0"/>
                                            </p:txEl>
                                          </p:spTgt>
                                        </p:tgtEl>
                                        <p:attrNameLst>
                                          <p:attrName>style.visibility</p:attrName>
                                        </p:attrNameLst>
                                      </p:cBhvr>
                                      <p:to>
                                        <p:strVal val="visible"/>
                                      </p:to>
                                    </p:set>
                                    <p:animEffect transition="in" filter="wipe(left)">
                                      <p:cBhvr>
                                        <p:cTn id="31" dur="1000"/>
                                        <p:tgtEl>
                                          <p:spTgt spid="2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xEl>
                                              <p:pRg st="0" end="0"/>
                                            </p:txEl>
                                          </p:spTgt>
                                        </p:tgtEl>
                                        <p:attrNameLst>
                                          <p:attrName>style.visibility</p:attrName>
                                        </p:attrNameLst>
                                      </p:cBhvr>
                                      <p:to>
                                        <p:strVal val="visible"/>
                                      </p:to>
                                    </p:set>
                                    <p:animEffect transition="in" filter="fade">
                                      <p:cBhvr>
                                        <p:cTn id="36" dur="1000"/>
                                        <p:tgtEl>
                                          <p:spTgt spid="24">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par>
                                <p:cTn id="42" presetID="22" presetClass="entr" presetSubtype="8" fill="hold" grpId="0" nodeType="withEffect">
                                  <p:stCondLst>
                                    <p:cond delay="0"/>
                                  </p:stCondLst>
                                  <p:childTnLst>
                                    <p:set>
                                      <p:cBhvr>
                                        <p:cTn id="43" dur="1" fill="hold">
                                          <p:stCondLst>
                                            <p:cond delay="0"/>
                                          </p:stCondLst>
                                        </p:cTn>
                                        <p:tgtEl>
                                          <p:spTgt spid="25">
                                            <p:txEl>
                                              <p:pRg st="0" end="0"/>
                                            </p:txEl>
                                          </p:spTgt>
                                        </p:tgtEl>
                                        <p:attrNameLst>
                                          <p:attrName>style.visibility</p:attrName>
                                        </p:attrNameLst>
                                      </p:cBhvr>
                                      <p:to>
                                        <p:strVal val="visible"/>
                                      </p:to>
                                    </p:set>
                                    <p:animEffect transition="in" filter="wipe(left)">
                                      <p:cBhvr>
                                        <p:cTn id="44" dur="1000"/>
                                        <p:tgtEl>
                                          <p:spTgt spid="25">
                                            <p:txEl>
                                              <p:pRg st="0" end="0"/>
                                            </p:txEl>
                                          </p:spTgt>
                                        </p:tgtEl>
                                      </p:cBhvr>
                                    </p:animEffect>
                                  </p:childTnLst>
                                </p:cTn>
                              </p:par>
                              <p:par>
                                <p:cTn id="45" presetID="2" presetClass="entr" presetSubtype="8"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600" fill="hold"/>
                                        <p:tgtEl>
                                          <p:spTgt spid="28"/>
                                        </p:tgtEl>
                                        <p:attrNameLst>
                                          <p:attrName>ppt_x</p:attrName>
                                        </p:attrNameLst>
                                      </p:cBhvr>
                                      <p:tavLst>
                                        <p:tav tm="0">
                                          <p:val>
                                            <p:strVal val="0-#ppt_w/2"/>
                                          </p:val>
                                        </p:tav>
                                        <p:tav tm="100000">
                                          <p:val>
                                            <p:strVal val="#ppt_x"/>
                                          </p:val>
                                        </p:tav>
                                      </p:tavLst>
                                    </p:anim>
                                    <p:anim calcmode="lin" valueType="num">
                                      <p:cBhvr additive="base">
                                        <p:cTn id="48" dur="6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1000"/>
                        <p:tgtEl>
                          <p:spTgt spid="17"/>
                        </p:tgtEl>
                      </p:cBhvr>
                    </p:animEffect>
                  </p:childTnLst>
                </p:cTn>
              </p:par>
            </p:tnLst>
          </p:tmpl>
        </p:tmplLst>
      </p:bldP>
      <p:bldP spid="20" grpId="0"/>
      <p:bldP spid="21" grpId="0" build="p">
        <p:tmplLst>
          <p:tmpl lvl="1">
            <p:tnLst>
              <p:par>
                <p:cTn presetID="10" presetClass="entr" presetSubtype="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1000"/>
                        <p:tgtEl>
                          <p:spTgt spid="21"/>
                        </p:tgtEl>
                      </p:cBhvr>
                    </p:animEffect>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3" grpId="0"/>
      <p:bldP spid="24" grpId="0" build="p">
        <p:tmplLst>
          <p:tmpl lvl="1">
            <p:tnLst>
              <p:par>
                <p:cTn presetID="10" presetClass="entr" presetSubtype="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25" grpId="0" build="p">
        <p:tmplLst>
          <p:tmpl lvl="1">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1000"/>
                        <p:tgtEl>
                          <p:spTgt spid="25"/>
                        </p:tgtEl>
                      </p:cBhvr>
                    </p:animEffect>
                  </p:childTnLst>
                </p:cTn>
              </p:par>
            </p:tnLst>
          </p:tmpl>
        </p:tmplLst>
      </p:bldP>
    </p:bldLst>
  </p:timing>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Förderablauf Folgeseite - 4 Items">
    <p:spTree>
      <p:nvGrpSpPr>
        <p:cNvPr id="1" name=""/>
        <p:cNvGrpSpPr/>
        <p:nvPr/>
      </p:nvGrpSpPr>
      <p:grpSpPr>
        <a:xfrm>
          <a:off x="0" y="0"/>
          <a:ext cx="0" cy="0"/>
          <a:chOff x="0" y="0"/>
          <a:chExt cx="0" cy="0"/>
        </a:xfrm>
      </p:grpSpPr>
      <p:sp>
        <p:nvSpPr>
          <p:cNvPr id="8" name="Bildplatzhalter 5"/>
          <p:cNvSpPr>
            <a:spLocks noGrp="1" noChangeAspect="1"/>
          </p:cNvSpPr>
          <p:nvPr>
            <p:ph type="pic" sz="quarter" idx="13" hasCustomPrompt="1"/>
          </p:nvPr>
        </p:nvSpPr>
        <p:spPr>
          <a:xfrm>
            <a:off x="4054704" y="3065472"/>
            <a:ext cx="1200000" cy="899999"/>
          </a:xfrm>
          <a:prstGeom prst="rect">
            <a:avLst/>
          </a:prstGeom>
        </p:spPr>
        <p:txBody>
          <a:bodyPr vert="horz"/>
          <a:lstStyle>
            <a:lvl1pPr marL="0" indent="0">
              <a:buFontTx/>
              <a:buNone/>
              <a:defRPr sz="1200">
                <a:latin typeface="Arial"/>
                <a:cs typeface="Arial"/>
              </a:defRPr>
            </a:lvl1pPr>
          </a:lstStyle>
          <a:p>
            <a:r>
              <a:rPr lang="de-DE" dirty="0"/>
              <a:t>Image 5</a:t>
            </a:r>
          </a:p>
        </p:txBody>
      </p:sp>
      <p:sp>
        <p:nvSpPr>
          <p:cNvPr id="11" name="Textplatzhalter 10"/>
          <p:cNvSpPr>
            <a:spLocks noGrp="1"/>
          </p:cNvSpPr>
          <p:nvPr>
            <p:ph type="body" sz="quarter" idx="15" hasCustomPrompt="1"/>
          </p:nvPr>
        </p:nvSpPr>
        <p:spPr>
          <a:xfrm>
            <a:off x="3564027"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5</a:t>
            </a:r>
          </a:p>
        </p:txBody>
      </p:sp>
      <p:sp>
        <p:nvSpPr>
          <p:cNvPr id="17" name="Textplatzhalter 10"/>
          <p:cNvSpPr>
            <a:spLocks noGrp="1"/>
          </p:cNvSpPr>
          <p:nvPr>
            <p:ph type="body" sz="quarter" idx="19" hasCustomPrompt="1"/>
          </p:nvPr>
        </p:nvSpPr>
        <p:spPr>
          <a:xfrm>
            <a:off x="3564027"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0" name="Bildplatzhalter 5"/>
          <p:cNvSpPr>
            <a:spLocks noGrp="1" noChangeAspect="1"/>
          </p:cNvSpPr>
          <p:nvPr>
            <p:ph type="pic" sz="quarter" idx="20" hasCustomPrompt="1"/>
          </p:nvPr>
        </p:nvSpPr>
        <p:spPr>
          <a:xfrm>
            <a:off x="6692071" y="3065472"/>
            <a:ext cx="1200000" cy="899999"/>
          </a:xfrm>
          <a:prstGeom prst="rect">
            <a:avLst/>
          </a:prstGeom>
        </p:spPr>
        <p:txBody>
          <a:bodyPr vert="horz"/>
          <a:lstStyle>
            <a:lvl1pPr marL="0" indent="0">
              <a:buFontTx/>
              <a:buNone/>
              <a:defRPr sz="1200">
                <a:latin typeface="Arial"/>
                <a:cs typeface="Arial"/>
              </a:defRPr>
            </a:lvl1pPr>
          </a:lstStyle>
          <a:p>
            <a:r>
              <a:rPr lang="de-DE" dirty="0"/>
              <a:t>Image 3</a:t>
            </a:r>
          </a:p>
        </p:txBody>
      </p:sp>
      <p:sp>
        <p:nvSpPr>
          <p:cNvPr id="21" name="Textplatzhalter 10"/>
          <p:cNvSpPr>
            <a:spLocks noGrp="1"/>
          </p:cNvSpPr>
          <p:nvPr>
            <p:ph type="body" sz="quarter" idx="21" hasCustomPrompt="1"/>
          </p:nvPr>
        </p:nvSpPr>
        <p:spPr>
          <a:xfrm>
            <a:off x="6201393"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6</a:t>
            </a:r>
          </a:p>
        </p:txBody>
      </p:sp>
      <p:sp>
        <p:nvSpPr>
          <p:cNvPr id="22" name="Textplatzhalter 10"/>
          <p:cNvSpPr>
            <a:spLocks noGrp="1"/>
          </p:cNvSpPr>
          <p:nvPr>
            <p:ph type="body" sz="quarter" idx="22" hasCustomPrompt="1"/>
          </p:nvPr>
        </p:nvSpPr>
        <p:spPr>
          <a:xfrm>
            <a:off x="6201393"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3" name="Bildplatzhalter 5"/>
          <p:cNvSpPr>
            <a:spLocks noGrp="1" noChangeAspect="1"/>
          </p:cNvSpPr>
          <p:nvPr>
            <p:ph type="pic" sz="quarter" idx="23" hasCustomPrompt="1"/>
          </p:nvPr>
        </p:nvSpPr>
        <p:spPr>
          <a:xfrm>
            <a:off x="9331553" y="3065472"/>
            <a:ext cx="1200000" cy="899999"/>
          </a:xfrm>
          <a:prstGeom prst="rect">
            <a:avLst/>
          </a:prstGeom>
        </p:spPr>
        <p:txBody>
          <a:bodyPr vert="horz"/>
          <a:lstStyle>
            <a:lvl1pPr marL="0" indent="0">
              <a:buFontTx/>
              <a:buNone/>
              <a:defRPr sz="1200">
                <a:latin typeface="Arial"/>
                <a:cs typeface="Arial"/>
              </a:defRPr>
            </a:lvl1pPr>
          </a:lstStyle>
          <a:p>
            <a:r>
              <a:rPr lang="de-DE" dirty="0"/>
              <a:t>Image 4</a:t>
            </a:r>
          </a:p>
        </p:txBody>
      </p:sp>
      <p:sp>
        <p:nvSpPr>
          <p:cNvPr id="24" name="Textplatzhalter 10"/>
          <p:cNvSpPr>
            <a:spLocks noGrp="1"/>
          </p:cNvSpPr>
          <p:nvPr>
            <p:ph type="body" sz="quarter" idx="24" hasCustomPrompt="1"/>
          </p:nvPr>
        </p:nvSpPr>
        <p:spPr>
          <a:xfrm>
            <a:off x="8840876"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7</a:t>
            </a:r>
          </a:p>
        </p:txBody>
      </p:sp>
      <p:sp>
        <p:nvSpPr>
          <p:cNvPr id="25" name="Textplatzhalter 10"/>
          <p:cNvSpPr>
            <a:spLocks noGrp="1"/>
          </p:cNvSpPr>
          <p:nvPr>
            <p:ph type="body" sz="quarter" idx="25" hasCustomPrompt="1"/>
          </p:nvPr>
        </p:nvSpPr>
        <p:spPr>
          <a:xfrm>
            <a:off x="8840876"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6" name="Bildplatzhalter 5"/>
          <p:cNvSpPr>
            <a:spLocks noGrp="1" noChangeAspect="1"/>
          </p:cNvSpPr>
          <p:nvPr>
            <p:ph type="pic" sz="quarter" idx="26" hasCustomPrompt="1"/>
          </p:nvPr>
        </p:nvSpPr>
        <p:spPr>
          <a:xfrm>
            <a:off x="1404637" y="3065472"/>
            <a:ext cx="1200000" cy="899999"/>
          </a:xfrm>
          <a:prstGeom prst="rect">
            <a:avLst/>
          </a:prstGeom>
        </p:spPr>
        <p:txBody>
          <a:bodyPr vert="horz"/>
          <a:lstStyle>
            <a:lvl1pPr marL="0" indent="0">
              <a:buFontTx/>
              <a:buNone/>
              <a:defRPr sz="1200">
                <a:latin typeface="Arial"/>
                <a:cs typeface="Arial"/>
              </a:defRPr>
            </a:lvl1pPr>
          </a:lstStyle>
          <a:p>
            <a:r>
              <a:rPr lang="de-DE" dirty="0"/>
              <a:t>Image 4</a:t>
            </a:r>
          </a:p>
        </p:txBody>
      </p:sp>
      <p:sp>
        <p:nvSpPr>
          <p:cNvPr id="27" name="Textplatzhalter 10"/>
          <p:cNvSpPr>
            <a:spLocks noGrp="1"/>
          </p:cNvSpPr>
          <p:nvPr>
            <p:ph type="body" sz="quarter" idx="27" hasCustomPrompt="1"/>
          </p:nvPr>
        </p:nvSpPr>
        <p:spPr>
          <a:xfrm>
            <a:off x="913960"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4</a:t>
            </a:r>
          </a:p>
        </p:txBody>
      </p:sp>
      <p:sp>
        <p:nvSpPr>
          <p:cNvPr id="28" name="Textplatzhalter 10"/>
          <p:cNvSpPr>
            <a:spLocks noGrp="1"/>
          </p:cNvSpPr>
          <p:nvPr>
            <p:ph type="body" sz="quarter" idx="28" hasCustomPrompt="1"/>
          </p:nvPr>
        </p:nvSpPr>
        <p:spPr>
          <a:xfrm>
            <a:off x="913960"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15"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6" name="Textplatzhalter 4"/>
          <p:cNvSpPr>
            <a:spLocks noGrp="1"/>
          </p:cNvSpPr>
          <p:nvPr>
            <p:ph type="body" sz="quarter" idx="10"/>
          </p:nvPr>
        </p:nvSpPr>
        <p:spPr>
          <a:xfrm>
            <a:off x="814937" y="1444639"/>
            <a:ext cx="10515903"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cxnSp>
        <p:nvCxnSpPr>
          <p:cNvPr id="18" name="Gerade Verbindung 17"/>
          <p:cNvCxnSpPr/>
          <p:nvPr userDrawn="1"/>
        </p:nvCxnSpPr>
        <p:spPr>
          <a:xfrm>
            <a:off x="814009" y="3949714"/>
            <a:ext cx="0" cy="21032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29" name="Gerade Verbindung 28"/>
          <p:cNvCxnSpPr/>
          <p:nvPr userDrawn="1"/>
        </p:nvCxnSpPr>
        <p:spPr>
          <a:xfrm flipH="1">
            <a:off x="806453" y="3965478"/>
            <a:ext cx="8467" cy="2062275"/>
          </a:xfrm>
          <a:prstGeom prst="line">
            <a:avLst/>
          </a:prstGeom>
          <a:ln w="12700">
            <a:solidFill>
              <a:schemeClr val="bg1">
                <a:lumMod val="65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30" name="Gerade Verbindung 29"/>
          <p:cNvCxnSpPr/>
          <p:nvPr userDrawn="1"/>
        </p:nvCxnSpPr>
        <p:spPr>
          <a:xfrm>
            <a:off x="3456517" y="3975564"/>
            <a:ext cx="0" cy="20521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1" name="Gerade Verbindung 30"/>
          <p:cNvCxnSpPr/>
          <p:nvPr userDrawn="1"/>
        </p:nvCxnSpPr>
        <p:spPr>
          <a:xfrm>
            <a:off x="6093884" y="3965463"/>
            <a:ext cx="0" cy="2062276"/>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2" name="Gerade Verbindung 31"/>
          <p:cNvCxnSpPr/>
          <p:nvPr userDrawn="1"/>
        </p:nvCxnSpPr>
        <p:spPr>
          <a:xfrm>
            <a:off x="8739717" y="3965477"/>
            <a:ext cx="0" cy="2062277"/>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3" name="Gerade Verbindung 32"/>
          <p:cNvCxnSpPr/>
          <p:nvPr userDrawn="1"/>
        </p:nvCxnSpPr>
        <p:spPr>
          <a:xfrm>
            <a:off x="11387667" y="3975562"/>
            <a:ext cx="0" cy="21032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34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1000"/>
                                        <p:tgtEl>
                                          <p:spTgt spid="2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22" presetClass="entr" presetSubtype="8" fill="hold" grpId="0" nodeType="with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animEffect transition="in" filter="wipe(left)">
                                      <p:cBhvr>
                                        <p:cTn id="15" dur="1000"/>
                                        <p:tgtEl>
                                          <p:spTgt spid="2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1000"/>
                                        <p:tgtEl>
                                          <p:spTgt spid="11">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22" presetClass="entr" presetSubtype="8"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Effect transition="in" filter="wipe(left)">
                                      <p:cBhvr>
                                        <p:cTn id="28" dur="1000"/>
                                        <p:tgtEl>
                                          <p:spTgt spid="1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xEl>
                                              <p:pRg st="0" end="0"/>
                                            </p:txEl>
                                          </p:spTgt>
                                        </p:tgtEl>
                                        <p:attrNameLst>
                                          <p:attrName>style.visibility</p:attrName>
                                        </p:attrNameLst>
                                      </p:cBhvr>
                                      <p:to>
                                        <p:strVal val="visible"/>
                                      </p:to>
                                    </p:set>
                                    <p:animEffect transition="in" filter="fade">
                                      <p:cBhvr>
                                        <p:cTn id="33" dur="1000"/>
                                        <p:tgtEl>
                                          <p:spTgt spid="21">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22" presetClass="entr" presetSubtype="8" fill="hold" grpId="0" nodeType="withEffect">
                                  <p:stCondLst>
                                    <p:cond delay="0"/>
                                  </p:stCondLst>
                                  <p:childTnLst>
                                    <p:set>
                                      <p:cBhvr>
                                        <p:cTn id="40" dur="1" fill="hold">
                                          <p:stCondLst>
                                            <p:cond delay="0"/>
                                          </p:stCondLst>
                                        </p:cTn>
                                        <p:tgtEl>
                                          <p:spTgt spid="22">
                                            <p:txEl>
                                              <p:pRg st="0" end="0"/>
                                            </p:txEl>
                                          </p:spTgt>
                                        </p:tgtEl>
                                        <p:attrNameLst>
                                          <p:attrName>style.visibility</p:attrName>
                                        </p:attrNameLst>
                                      </p:cBhvr>
                                      <p:to>
                                        <p:strVal val="visible"/>
                                      </p:to>
                                    </p:set>
                                    <p:animEffect transition="in" filter="wipe(left)">
                                      <p:cBhvr>
                                        <p:cTn id="41" dur="1000"/>
                                        <p:tgtEl>
                                          <p:spTgt spid="22">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4">
                                            <p:txEl>
                                              <p:pRg st="0" end="0"/>
                                            </p:txEl>
                                          </p:spTgt>
                                        </p:tgtEl>
                                        <p:attrNameLst>
                                          <p:attrName>style.visibility</p:attrName>
                                        </p:attrNameLst>
                                      </p:cBhvr>
                                      <p:to>
                                        <p:strVal val="visible"/>
                                      </p:to>
                                    </p:set>
                                    <p:animEffect transition="in" filter="fade">
                                      <p:cBhvr>
                                        <p:cTn id="46" dur="1000"/>
                                        <p:tgtEl>
                                          <p:spTgt spid="24">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par>
                                <p:cTn id="52" presetID="22" presetClass="entr" presetSubtype="8" fill="hold" grpId="0" nodeType="withEffect">
                                  <p:stCondLst>
                                    <p:cond delay="0"/>
                                  </p:stCondLst>
                                  <p:childTnLst>
                                    <p:set>
                                      <p:cBhvr>
                                        <p:cTn id="53" dur="1" fill="hold">
                                          <p:stCondLst>
                                            <p:cond delay="0"/>
                                          </p:stCondLst>
                                        </p:cTn>
                                        <p:tgtEl>
                                          <p:spTgt spid="25">
                                            <p:txEl>
                                              <p:pRg st="0" end="0"/>
                                            </p:txEl>
                                          </p:spTgt>
                                        </p:tgtEl>
                                        <p:attrNameLst>
                                          <p:attrName>style.visibility</p:attrName>
                                        </p:attrNameLst>
                                      </p:cBhvr>
                                      <p:to>
                                        <p:strVal val="visible"/>
                                      </p:to>
                                    </p:set>
                                    <p:animEffect transition="in" filter="wipe(left)">
                                      <p:cBhvr>
                                        <p:cTn id="54" dur="1000"/>
                                        <p:tgtEl>
                                          <p:spTgt spid="25">
                                            <p:txEl>
                                              <p:pRg st="0" end="0"/>
                                            </p:txEl>
                                          </p:spTgt>
                                        </p:tgtEl>
                                      </p:cBhvr>
                                    </p:animEffect>
                                  </p:childTnLst>
                                </p:cTn>
                              </p:par>
                            </p:childTnLst>
                          </p:cTn>
                        </p:par>
                        <p:par>
                          <p:cTn id="55" fill="hold">
                            <p:stCondLst>
                              <p:cond delay="1000"/>
                            </p:stCondLst>
                            <p:childTnLst>
                              <p:par>
                                <p:cTn id="56" presetID="1" presetClass="entr" presetSubtype="0" fill="hold" nodeType="afterEffect">
                                  <p:stCondLst>
                                    <p:cond delay="0"/>
                                  </p:stCondLst>
                                  <p:childTnLst>
                                    <p:set>
                                      <p:cBhvr>
                                        <p:cTn id="57"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build="p">
        <p:tmplLst>
          <p:tmpl lvl="1">
            <p:tnLst>
              <p:par>
                <p:cTn presetID="10" presetClass="entr" presetSubtype="0"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1000"/>
                        <p:tgtEl>
                          <p:spTgt spid="17"/>
                        </p:tgtEl>
                      </p:cBhvr>
                    </p:animEffect>
                  </p:childTnLst>
                </p:cTn>
              </p:par>
            </p:tnLst>
          </p:tmpl>
        </p:tmplLst>
      </p:bldP>
      <p:bldP spid="20" grpId="0"/>
      <p:bldP spid="21" grpId="0" build="p">
        <p:tmplLst>
          <p:tmpl lvl="1">
            <p:tnLst>
              <p:par>
                <p:cTn presetID="10" presetClass="entr" presetSubtype="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1000"/>
                        <p:tgtEl>
                          <p:spTgt spid="21"/>
                        </p:tgtEl>
                      </p:cBhvr>
                    </p:animEffect>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3" grpId="0"/>
      <p:bldP spid="24" grpId="0" build="p">
        <p:tmplLst>
          <p:tmpl lvl="1">
            <p:tnLst>
              <p:par>
                <p:cTn presetID="10" presetClass="entr" presetSubtype="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25" grpId="0" build="p">
        <p:tmplLst>
          <p:tmpl lvl="1">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1000"/>
                        <p:tgtEl>
                          <p:spTgt spid="25"/>
                        </p:tgtEl>
                      </p:cBhvr>
                    </p:animEffect>
                  </p:childTnLst>
                </p:cTn>
              </p:par>
            </p:tnLst>
          </p:tmpl>
        </p:tmplLst>
      </p:bldP>
      <p:bldP spid="26" grpId="0"/>
      <p:bldP spid="27" grpId="0" build="p">
        <p:tmplLst>
          <p:tmpl lvl="1">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1000"/>
                        <p:tgtEl>
                          <p:spTgt spid="28"/>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3 Förderablauf Folgeseite - 3 Items">
    <p:spTree>
      <p:nvGrpSpPr>
        <p:cNvPr id="1" name=""/>
        <p:cNvGrpSpPr/>
        <p:nvPr/>
      </p:nvGrpSpPr>
      <p:grpSpPr>
        <a:xfrm>
          <a:off x="0" y="0"/>
          <a:ext cx="0" cy="0"/>
          <a:chOff x="0" y="0"/>
          <a:chExt cx="0" cy="0"/>
        </a:xfrm>
      </p:grpSpPr>
      <p:sp>
        <p:nvSpPr>
          <p:cNvPr id="8" name="Bildplatzhalter 5"/>
          <p:cNvSpPr>
            <a:spLocks noGrp="1" noChangeAspect="1"/>
          </p:cNvSpPr>
          <p:nvPr>
            <p:ph type="pic" sz="quarter" idx="13" hasCustomPrompt="1"/>
          </p:nvPr>
        </p:nvSpPr>
        <p:spPr>
          <a:xfrm>
            <a:off x="4054704" y="3065472"/>
            <a:ext cx="1200000" cy="899999"/>
          </a:xfrm>
          <a:prstGeom prst="rect">
            <a:avLst/>
          </a:prstGeom>
        </p:spPr>
        <p:txBody>
          <a:bodyPr vert="horz"/>
          <a:lstStyle>
            <a:lvl1pPr marL="0" indent="0">
              <a:buFontTx/>
              <a:buNone/>
              <a:defRPr sz="1200">
                <a:latin typeface="Arial"/>
                <a:cs typeface="Arial"/>
              </a:defRPr>
            </a:lvl1pPr>
          </a:lstStyle>
          <a:p>
            <a:r>
              <a:rPr lang="de-DE" dirty="0"/>
              <a:t>Image 5</a:t>
            </a:r>
          </a:p>
        </p:txBody>
      </p:sp>
      <p:sp>
        <p:nvSpPr>
          <p:cNvPr id="11" name="Textplatzhalter 10"/>
          <p:cNvSpPr>
            <a:spLocks noGrp="1"/>
          </p:cNvSpPr>
          <p:nvPr>
            <p:ph type="body" sz="quarter" idx="15" hasCustomPrompt="1"/>
          </p:nvPr>
        </p:nvSpPr>
        <p:spPr>
          <a:xfrm>
            <a:off x="3564027"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5</a:t>
            </a:r>
          </a:p>
        </p:txBody>
      </p:sp>
      <p:sp>
        <p:nvSpPr>
          <p:cNvPr id="17" name="Textplatzhalter 10"/>
          <p:cNvSpPr>
            <a:spLocks noGrp="1"/>
          </p:cNvSpPr>
          <p:nvPr>
            <p:ph type="body" sz="quarter" idx="19" hasCustomPrompt="1"/>
          </p:nvPr>
        </p:nvSpPr>
        <p:spPr>
          <a:xfrm>
            <a:off x="3564027"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0" name="Bildplatzhalter 5"/>
          <p:cNvSpPr>
            <a:spLocks noGrp="1" noChangeAspect="1"/>
          </p:cNvSpPr>
          <p:nvPr>
            <p:ph type="pic" sz="quarter" idx="20" hasCustomPrompt="1"/>
          </p:nvPr>
        </p:nvSpPr>
        <p:spPr>
          <a:xfrm>
            <a:off x="6692071" y="3065472"/>
            <a:ext cx="1200000" cy="899999"/>
          </a:xfrm>
          <a:prstGeom prst="rect">
            <a:avLst/>
          </a:prstGeom>
        </p:spPr>
        <p:txBody>
          <a:bodyPr vert="horz"/>
          <a:lstStyle>
            <a:lvl1pPr marL="0" indent="0">
              <a:buFontTx/>
              <a:buNone/>
              <a:defRPr sz="1200">
                <a:latin typeface="Arial"/>
                <a:cs typeface="Arial"/>
              </a:defRPr>
            </a:lvl1pPr>
          </a:lstStyle>
          <a:p>
            <a:r>
              <a:rPr lang="de-DE" dirty="0"/>
              <a:t>Image 3</a:t>
            </a:r>
          </a:p>
        </p:txBody>
      </p:sp>
      <p:sp>
        <p:nvSpPr>
          <p:cNvPr id="21" name="Textplatzhalter 10"/>
          <p:cNvSpPr>
            <a:spLocks noGrp="1"/>
          </p:cNvSpPr>
          <p:nvPr>
            <p:ph type="body" sz="quarter" idx="21" hasCustomPrompt="1"/>
          </p:nvPr>
        </p:nvSpPr>
        <p:spPr>
          <a:xfrm>
            <a:off x="6201393"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6</a:t>
            </a:r>
          </a:p>
        </p:txBody>
      </p:sp>
      <p:sp>
        <p:nvSpPr>
          <p:cNvPr id="22" name="Textplatzhalter 10"/>
          <p:cNvSpPr>
            <a:spLocks noGrp="1"/>
          </p:cNvSpPr>
          <p:nvPr>
            <p:ph type="body" sz="quarter" idx="22" hasCustomPrompt="1"/>
          </p:nvPr>
        </p:nvSpPr>
        <p:spPr>
          <a:xfrm>
            <a:off x="6201393"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6" name="Bildplatzhalter 5"/>
          <p:cNvSpPr>
            <a:spLocks noGrp="1" noChangeAspect="1"/>
          </p:cNvSpPr>
          <p:nvPr>
            <p:ph type="pic" sz="quarter" idx="26" hasCustomPrompt="1"/>
          </p:nvPr>
        </p:nvSpPr>
        <p:spPr>
          <a:xfrm>
            <a:off x="1404637" y="3065472"/>
            <a:ext cx="1200000" cy="899999"/>
          </a:xfrm>
          <a:prstGeom prst="rect">
            <a:avLst/>
          </a:prstGeom>
        </p:spPr>
        <p:txBody>
          <a:bodyPr vert="horz"/>
          <a:lstStyle>
            <a:lvl1pPr marL="0" indent="0">
              <a:buFontTx/>
              <a:buNone/>
              <a:defRPr sz="1200">
                <a:latin typeface="Arial"/>
                <a:cs typeface="Arial"/>
              </a:defRPr>
            </a:lvl1pPr>
          </a:lstStyle>
          <a:p>
            <a:r>
              <a:rPr lang="de-DE" dirty="0"/>
              <a:t>Image 4</a:t>
            </a:r>
          </a:p>
        </p:txBody>
      </p:sp>
      <p:sp>
        <p:nvSpPr>
          <p:cNvPr id="27" name="Textplatzhalter 10"/>
          <p:cNvSpPr>
            <a:spLocks noGrp="1"/>
          </p:cNvSpPr>
          <p:nvPr>
            <p:ph type="body" sz="quarter" idx="27" hasCustomPrompt="1"/>
          </p:nvPr>
        </p:nvSpPr>
        <p:spPr>
          <a:xfrm>
            <a:off x="913960"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4</a:t>
            </a:r>
          </a:p>
        </p:txBody>
      </p:sp>
      <p:sp>
        <p:nvSpPr>
          <p:cNvPr id="28" name="Textplatzhalter 10"/>
          <p:cNvSpPr>
            <a:spLocks noGrp="1"/>
          </p:cNvSpPr>
          <p:nvPr>
            <p:ph type="body" sz="quarter" idx="28" hasCustomPrompt="1"/>
          </p:nvPr>
        </p:nvSpPr>
        <p:spPr>
          <a:xfrm>
            <a:off x="913960"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15"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6" name="Textplatzhalter 4"/>
          <p:cNvSpPr>
            <a:spLocks noGrp="1"/>
          </p:cNvSpPr>
          <p:nvPr>
            <p:ph type="body" sz="quarter" idx="10"/>
          </p:nvPr>
        </p:nvSpPr>
        <p:spPr>
          <a:xfrm>
            <a:off x="814937" y="1444639"/>
            <a:ext cx="10515903"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cxnSp>
        <p:nvCxnSpPr>
          <p:cNvPr id="18" name="Gerade Verbindung 17"/>
          <p:cNvCxnSpPr/>
          <p:nvPr userDrawn="1"/>
        </p:nvCxnSpPr>
        <p:spPr>
          <a:xfrm>
            <a:off x="814009" y="3949714"/>
            <a:ext cx="0" cy="21032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29" name="Gerade Verbindung 28"/>
          <p:cNvCxnSpPr/>
          <p:nvPr userDrawn="1"/>
        </p:nvCxnSpPr>
        <p:spPr>
          <a:xfrm flipH="1">
            <a:off x="806453" y="3965478"/>
            <a:ext cx="8467" cy="2062275"/>
          </a:xfrm>
          <a:prstGeom prst="line">
            <a:avLst/>
          </a:prstGeom>
          <a:ln w="12700">
            <a:solidFill>
              <a:schemeClr val="bg1">
                <a:lumMod val="65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30" name="Gerade Verbindung 29"/>
          <p:cNvCxnSpPr/>
          <p:nvPr userDrawn="1"/>
        </p:nvCxnSpPr>
        <p:spPr>
          <a:xfrm>
            <a:off x="3456517" y="3975564"/>
            <a:ext cx="0" cy="20521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1" name="Gerade Verbindung 30"/>
          <p:cNvCxnSpPr/>
          <p:nvPr userDrawn="1"/>
        </p:nvCxnSpPr>
        <p:spPr>
          <a:xfrm>
            <a:off x="6093884" y="3965463"/>
            <a:ext cx="0" cy="2062276"/>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2" name="Gerade Verbindung 31"/>
          <p:cNvCxnSpPr/>
          <p:nvPr userDrawn="1"/>
        </p:nvCxnSpPr>
        <p:spPr>
          <a:xfrm>
            <a:off x="8739717" y="3965477"/>
            <a:ext cx="0" cy="2062277"/>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651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1000"/>
                                        <p:tgtEl>
                                          <p:spTgt spid="2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22" presetClass="entr" presetSubtype="8" fill="hold" grpId="0" nodeType="with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animEffect transition="in" filter="wipe(left)">
                                      <p:cBhvr>
                                        <p:cTn id="15" dur="1000"/>
                                        <p:tgtEl>
                                          <p:spTgt spid="2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1000"/>
                                        <p:tgtEl>
                                          <p:spTgt spid="11">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22" presetClass="entr" presetSubtype="8"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Effect transition="in" filter="wipe(left)">
                                      <p:cBhvr>
                                        <p:cTn id="28" dur="1000"/>
                                        <p:tgtEl>
                                          <p:spTgt spid="1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xEl>
                                              <p:pRg st="0" end="0"/>
                                            </p:txEl>
                                          </p:spTgt>
                                        </p:tgtEl>
                                        <p:attrNameLst>
                                          <p:attrName>style.visibility</p:attrName>
                                        </p:attrNameLst>
                                      </p:cBhvr>
                                      <p:to>
                                        <p:strVal val="visible"/>
                                      </p:to>
                                    </p:set>
                                    <p:animEffect transition="in" filter="fade">
                                      <p:cBhvr>
                                        <p:cTn id="33" dur="1000"/>
                                        <p:tgtEl>
                                          <p:spTgt spid="21">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22" presetClass="entr" presetSubtype="8" fill="hold" grpId="0" nodeType="withEffect">
                                  <p:stCondLst>
                                    <p:cond delay="0"/>
                                  </p:stCondLst>
                                  <p:childTnLst>
                                    <p:set>
                                      <p:cBhvr>
                                        <p:cTn id="40" dur="1" fill="hold">
                                          <p:stCondLst>
                                            <p:cond delay="0"/>
                                          </p:stCondLst>
                                        </p:cTn>
                                        <p:tgtEl>
                                          <p:spTgt spid="22">
                                            <p:txEl>
                                              <p:pRg st="0" end="0"/>
                                            </p:txEl>
                                          </p:spTgt>
                                        </p:tgtEl>
                                        <p:attrNameLst>
                                          <p:attrName>style.visibility</p:attrName>
                                        </p:attrNameLst>
                                      </p:cBhvr>
                                      <p:to>
                                        <p:strVal val="visible"/>
                                      </p:to>
                                    </p:set>
                                    <p:animEffect transition="in" filter="wipe(left)">
                                      <p:cBhvr>
                                        <p:cTn id="41" dur="1000"/>
                                        <p:tgtEl>
                                          <p:spTgt spid="22">
                                            <p:txEl>
                                              <p:pRg st="0" end="0"/>
                                            </p:txEl>
                                          </p:spTgt>
                                        </p:tgtEl>
                                      </p:cBhvr>
                                    </p:animEffect>
                                  </p:childTnLst>
                                </p:cTn>
                              </p:par>
                              <p:par>
                                <p:cTn id="42" presetID="1" presetClass="entr" presetSubtype="0" fill="hold" nodeType="withEffect">
                                  <p:stCondLst>
                                    <p:cond delay="0"/>
                                  </p:stCondLst>
                                  <p:childTnLst>
                                    <p:set>
                                      <p:cBhvr>
                                        <p:cTn id="4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build="p">
        <p:tmplLst>
          <p:tmpl lvl="1">
            <p:tnLst>
              <p:par>
                <p:cTn presetID="10" presetClass="entr" presetSubtype="0"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1000"/>
                        <p:tgtEl>
                          <p:spTgt spid="17"/>
                        </p:tgtEl>
                      </p:cBhvr>
                    </p:animEffect>
                  </p:childTnLst>
                </p:cTn>
              </p:par>
            </p:tnLst>
          </p:tmpl>
        </p:tmplLst>
      </p:bldP>
      <p:bldP spid="20" grpId="0"/>
      <p:bldP spid="21" grpId="0" build="p">
        <p:tmplLst>
          <p:tmpl lvl="1">
            <p:tnLst>
              <p:par>
                <p:cTn presetID="10" presetClass="entr" presetSubtype="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1000"/>
                        <p:tgtEl>
                          <p:spTgt spid="21"/>
                        </p:tgtEl>
                      </p:cBhvr>
                    </p:animEffect>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6" grpId="0"/>
      <p:bldP spid="27" grpId="0" build="p">
        <p:tmplLst>
          <p:tmpl lvl="1">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1000"/>
                        <p:tgtEl>
                          <p:spTgt spid="28"/>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2 Förderablauf Folgeseite - 2 Items">
    <p:spTree>
      <p:nvGrpSpPr>
        <p:cNvPr id="1" name=""/>
        <p:cNvGrpSpPr/>
        <p:nvPr/>
      </p:nvGrpSpPr>
      <p:grpSpPr>
        <a:xfrm>
          <a:off x="0" y="0"/>
          <a:ext cx="0" cy="0"/>
          <a:chOff x="0" y="0"/>
          <a:chExt cx="0" cy="0"/>
        </a:xfrm>
      </p:grpSpPr>
      <p:sp>
        <p:nvSpPr>
          <p:cNvPr id="8" name="Bildplatzhalter 5"/>
          <p:cNvSpPr>
            <a:spLocks noGrp="1" noChangeAspect="1"/>
          </p:cNvSpPr>
          <p:nvPr>
            <p:ph type="pic" sz="quarter" idx="13" hasCustomPrompt="1"/>
          </p:nvPr>
        </p:nvSpPr>
        <p:spPr>
          <a:xfrm>
            <a:off x="4054704" y="3065472"/>
            <a:ext cx="1200000" cy="899999"/>
          </a:xfrm>
          <a:prstGeom prst="rect">
            <a:avLst/>
          </a:prstGeom>
        </p:spPr>
        <p:txBody>
          <a:bodyPr vert="horz"/>
          <a:lstStyle>
            <a:lvl1pPr marL="0" indent="0">
              <a:buFontTx/>
              <a:buNone/>
              <a:defRPr sz="1200">
                <a:latin typeface="Arial"/>
                <a:cs typeface="Arial"/>
              </a:defRPr>
            </a:lvl1pPr>
          </a:lstStyle>
          <a:p>
            <a:r>
              <a:rPr lang="de-DE" dirty="0"/>
              <a:t>Image 5</a:t>
            </a:r>
          </a:p>
        </p:txBody>
      </p:sp>
      <p:sp>
        <p:nvSpPr>
          <p:cNvPr id="11" name="Textplatzhalter 10"/>
          <p:cNvSpPr>
            <a:spLocks noGrp="1"/>
          </p:cNvSpPr>
          <p:nvPr>
            <p:ph type="body" sz="quarter" idx="15" hasCustomPrompt="1"/>
          </p:nvPr>
        </p:nvSpPr>
        <p:spPr>
          <a:xfrm>
            <a:off x="3564027"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5</a:t>
            </a:r>
          </a:p>
        </p:txBody>
      </p:sp>
      <p:sp>
        <p:nvSpPr>
          <p:cNvPr id="17" name="Textplatzhalter 10"/>
          <p:cNvSpPr>
            <a:spLocks noGrp="1"/>
          </p:cNvSpPr>
          <p:nvPr>
            <p:ph type="body" sz="quarter" idx="19" hasCustomPrompt="1"/>
          </p:nvPr>
        </p:nvSpPr>
        <p:spPr>
          <a:xfrm>
            <a:off x="3564027"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26" name="Bildplatzhalter 5"/>
          <p:cNvSpPr>
            <a:spLocks noGrp="1" noChangeAspect="1"/>
          </p:cNvSpPr>
          <p:nvPr>
            <p:ph type="pic" sz="quarter" idx="26" hasCustomPrompt="1"/>
          </p:nvPr>
        </p:nvSpPr>
        <p:spPr>
          <a:xfrm>
            <a:off x="1404637" y="3065472"/>
            <a:ext cx="1200000" cy="899999"/>
          </a:xfrm>
          <a:prstGeom prst="rect">
            <a:avLst/>
          </a:prstGeom>
        </p:spPr>
        <p:txBody>
          <a:bodyPr vert="horz"/>
          <a:lstStyle>
            <a:lvl1pPr marL="0" indent="0">
              <a:buFontTx/>
              <a:buNone/>
              <a:defRPr sz="1200">
                <a:latin typeface="Arial"/>
                <a:cs typeface="Arial"/>
              </a:defRPr>
            </a:lvl1pPr>
          </a:lstStyle>
          <a:p>
            <a:r>
              <a:rPr lang="de-DE" dirty="0"/>
              <a:t>Image 4</a:t>
            </a:r>
          </a:p>
        </p:txBody>
      </p:sp>
      <p:sp>
        <p:nvSpPr>
          <p:cNvPr id="27" name="Textplatzhalter 10"/>
          <p:cNvSpPr>
            <a:spLocks noGrp="1"/>
          </p:cNvSpPr>
          <p:nvPr>
            <p:ph type="body" sz="quarter" idx="27" hasCustomPrompt="1"/>
          </p:nvPr>
        </p:nvSpPr>
        <p:spPr>
          <a:xfrm>
            <a:off x="913960" y="3065463"/>
            <a:ext cx="480000" cy="900000"/>
          </a:xfrm>
          <a:prstGeom prst="rect">
            <a:avLst/>
          </a:prstGeom>
        </p:spPr>
        <p:txBody>
          <a:bodyPr vert="horz" lIns="0" tIns="0" rIns="0" bIns="0" anchor="ctr"/>
          <a:lstStyle>
            <a:lvl1pPr marL="0" indent="0">
              <a:buFontTx/>
              <a:buNone/>
              <a:defRPr sz="2400">
                <a:solidFill>
                  <a:srgbClr val="00AEEF"/>
                </a:solidFill>
                <a:latin typeface="Arial"/>
                <a:cs typeface="Arial"/>
              </a:defRPr>
            </a:lvl1pPr>
          </a:lstStyle>
          <a:p>
            <a:pPr lvl="0"/>
            <a:r>
              <a:rPr lang="de-DE" dirty="0"/>
              <a:t>4</a:t>
            </a:r>
          </a:p>
        </p:txBody>
      </p:sp>
      <p:sp>
        <p:nvSpPr>
          <p:cNvPr id="28" name="Textplatzhalter 10"/>
          <p:cNvSpPr>
            <a:spLocks noGrp="1"/>
          </p:cNvSpPr>
          <p:nvPr>
            <p:ph type="body" sz="quarter" idx="28" hasCustomPrompt="1"/>
          </p:nvPr>
        </p:nvSpPr>
        <p:spPr>
          <a:xfrm>
            <a:off x="913960" y="3975564"/>
            <a:ext cx="2400000" cy="1467991"/>
          </a:xfrm>
          <a:prstGeom prst="rect">
            <a:avLst/>
          </a:prstGeom>
        </p:spPr>
        <p:txBody>
          <a:bodyPr vert="horz" lIns="0" tIns="0" rIns="0" bIns="0" anchor="t"/>
          <a:lstStyle>
            <a:lvl1pPr marL="0" indent="0">
              <a:buFontTx/>
              <a:buNone/>
              <a:defRPr sz="1300">
                <a:solidFill>
                  <a:srgbClr val="00377A"/>
                </a:solidFill>
                <a:latin typeface="Arial"/>
                <a:cs typeface="Arial"/>
              </a:defRPr>
            </a:lvl1pPr>
          </a:lstStyle>
          <a:p>
            <a:pPr lvl="0"/>
            <a:r>
              <a:rPr lang="de-DE" dirty="0"/>
              <a:t>Text eingeben</a:t>
            </a:r>
          </a:p>
        </p:txBody>
      </p:sp>
      <p:sp>
        <p:nvSpPr>
          <p:cNvPr id="15"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6" name="Textplatzhalter 4"/>
          <p:cNvSpPr>
            <a:spLocks noGrp="1"/>
          </p:cNvSpPr>
          <p:nvPr>
            <p:ph type="body" sz="quarter" idx="10"/>
          </p:nvPr>
        </p:nvSpPr>
        <p:spPr>
          <a:xfrm>
            <a:off x="814937" y="1444639"/>
            <a:ext cx="10515903"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cxnSp>
        <p:nvCxnSpPr>
          <p:cNvPr id="18" name="Gerade Verbindung 17"/>
          <p:cNvCxnSpPr/>
          <p:nvPr userDrawn="1"/>
        </p:nvCxnSpPr>
        <p:spPr>
          <a:xfrm>
            <a:off x="814009" y="3949714"/>
            <a:ext cx="0" cy="21032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29" name="Gerade Verbindung 28"/>
          <p:cNvCxnSpPr/>
          <p:nvPr userDrawn="1"/>
        </p:nvCxnSpPr>
        <p:spPr>
          <a:xfrm flipH="1">
            <a:off x="806453" y="3965478"/>
            <a:ext cx="8467" cy="2062275"/>
          </a:xfrm>
          <a:prstGeom prst="line">
            <a:avLst/>
          </a:prstGeom>
          <a:ln w="12700">
            <a:solidFill>
              <a:schemeClr val="bg1">
                <a:lumMod val="65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30" name="Gerade Verbindung 29"/>
          <p:cNvCxnSpPr/>
          <p:nvPr userDrawn="1"/>
        </p:nvCxnSpPr>
        <p:spPr>
          <a:xfrm>
            <a:off x="3456517" y="3975564"/>
            <a:ext cx="0" cy="2052191"/>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cxnSp>
        <p:nvCxnSpPr>
          <p:cNvPr id="31" name="Gerade Verbindung 30"/>
          <p:cNvCxnSpPr/>
          <p:nvPr userDrawn="1"/>
        </p:nvCxnSpPr>
        <p:spPr>
          <a:xfrm>
            <a:off x="6093884" y="3965463"/>
            <a:ext cx="0" cy="2062276"/>
          </a:xfrm>
          <a:prstGeom prst="line">
            <a:avLst/>
          </a:prstGeom>
          <a:ln w="12700">
            <a:solidFill>
              <a:schemeClr val="bg1">
                <a:lumMod val="65000"/>
              </a:schemeClr>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640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1000"/>
                                        <p:tgtEl>
                                          <p:spTgt spid="2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22" presetClass="entr" presetSubtype="8" fill="hold" grpId="0" nodeType="with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animEffect transition="in" filter="wipe(left)">
                                      <p:cBhvr>
                                        <p:cTn id="15" dur="1000"/>
                                        <p:tgtEl>
                                          <p:spTgt spid="2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1000"/>
                                        <p:tgtEl>
                                          <p:spTgt spid="11">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22" presetClass="entr" presetSubtype="8"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Effect transition="in" filter="wipe(left)">
                                      <p:cBhvr>
                                        <p:cTn id="28" dur="1000"/>
                                        <p:tgtEl>
                                          <p:spTgt spid="17">
                                            <p:txEl>
                                              <p:pRg st="0" end="0"/>
                                            </p:txEl>
                                          </p:spTgt>
                                        </p:tgtEl>
                                      </p:cBhvr>
                                    </p:animEffec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build="p">
        <p:tmplLst>
          <p:tmpl lvl="1">
            <p:tnLst>
              <p:par>
                <p:cTn presetID="10" presetClass="entr" presetSubtype="0"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1000"/>
                        <p:tgtEl>
                          <p:spTgt spid="17"/>
                        </p:tgtEl>
                      </p:cBhvr>
                    </p:animEffect>
                  </p:childTnLst>
                </p:cTn>
              </p:par>
            </p:tnLst>
          </p:tmpl>
        </p:tmplLst>
      </p:bldP>
      <p:bldP spid="26" grpId="0"/>
      <p:bldP spid="27" grpId="0" build="p">
        <p:tmplLst>
          <p:tmpl lvl="1">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1000"/>
                        <p:tgtEl>
                          <p:spTgt spid="28"/>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Leer für Illustration">
    <p:spTree>
      <p:nvGrpSpPr>
        <p:cNvPr id="1" name=""/>
        <p:cNvGrpSpPr/>
        <p:nvPr/>
      </p:nvGrpSpPr>
      <p:grpSpPr>
        <a:xfrm>
          <a:off x="0" y="0"/>
          <a:ext cx="0" cy="0"/>
          <a:chOff x="0" y="0"/>
          <a:chExt cx="0" cy="0"/>
        </a:xfrm>
      </p:grpSpPr>
      <p:sp>
        <p:nvSpPr>
          <p:cNvPr id="3"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Tree>
    <p:extLst>
      <p:ext uri="{BB962C8B-B14F-4D97-AF65-F5344CB8AC3E}">
        <p14:creationId xmlns:p14="http://schemas.microsoft.com/office/powerpoint/2010/main" val="796763353"/>
      </p:ext>
    </p:extLst>
  </p:cSld>
  <p:clrMapOvr>
    <a:masterClrMapping/>
  </p:clrMapOvr>
  <p:extLst>
    <p:ext uri="{DCECCB84-F9BA-43D5-87BE-67443E8EF086}">
      <p15:sldGuideLst xmlns:p15="http://schemas.microsoft.com/office/powerpoint/2012/main">
        <p15:guide id="1" orient="horz" pos="42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6_Leer mit Headline">
    <p:spTree>
      <p:nvGrpSpPr>
        <p:cNvPr id="1" name=""/>
        <p:cNvGrpSpPr/>
        <p:nvPr/>
      </p:nvGrpSpPr>
      <p:grpSpPr>
        <a:xfrm>
          <a:off x="0" y="0"/>
          <a:ext cx="0" cy="0"/>
          <a:chOff x="0" y="0"/>
          <a:chExt cx="0" cy="0"/>
        </a:xfrm>
      </p:grpSpPr>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4" name="Textplatzhalter 4"/>
          <p:cNvSpPr>
            <a:spLocks noGrp="1"/>
          </p:cNvSpPr>
          <p:nvPr>
            <p:ph type="body" sz="quarter" idx="10"/>
          </p:nvPr>
        </p:nvSpPr>
        <p:spPr>
          <a:xfrm>
            <a:off x="814931" y="1444639"/>
            <a:ext cx="10564284"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Tree>
    <p:extLst>
      <p:ext uri="{BB962C8B-B14F-4D97-AF65-F5344CB8AC3E}">
        <p14:creationId xmlns:p14="http://schemas.microsoft.com/office/powerpoint/2010/main" val="2975067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166905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haltsverzeichnis">
    <p:spTree>
      <p:nvGrpSpPr>
        <p:cNvPr id="1" name=""/>
        <p:cNvGrpSpPr/>
        <p:nvPr/>
      </p:nvGrpSpPr>
      <p:grpSpPr>
        <a:xfrm>
          <a:off x="0" y="0"/>
          <a:ext cx="0" cy="0"/>
          <a:chOff x="0" y="0"/>
          <a:chExt cx="0" cy="0"/>
        </a:xfrm>
      </p:grpSpPr>
      <p:sp>
        <p:nvSpPr>
          <p:cNvPr id="4" name="Textplatzhalter 6"/>
          <p:cNvSpPr>
            <a:spLocks noGrp="1"/>
          </p:cNvSpPr>
          <p:nvPr>
            <p:ph type="body" sz="quarter" idx="10" hasCustomPrompt="1"/>
          </p:nvPr>
        </p:nvSpPr>
        <p:spPr>
          <a:xfrm>
            <a:off x="817032" y="1444625"/>
            <a:ext cx="10562168" cy="4248000"/>
          </a:xfrm>
          <a:prstGeom prst="rect">
            <a:avLst/>
          </a:prstGeom>
        </p:spPr>
        <p:txBody>
          <a:bodyPr vert="horz" lIns="0" tIns="0" rIns="0" bIns="0" anchor="b"/>
          <a:lstStyle>
            <a:lvl1pPr marL="457154" marR="0" indent="-457154" algn="l" defTabSz="457154" rtl="0" eaLnBrk="1" fontAlgn="auto" latinLnBrk="0" hangingPunct="1">
              <a:lnSpc>
                <a:spcPct val="110000"/>
              </a:lnSpc>
              <a:spcBef>
                <a:spcPct val="20000"/>
              </a:spcBef>
              <a:spcAft>
                <a:spcPts val="0"/>
              </a:spcAft>
              <a:buClr>
                <a:srgbClr val="00AEEF"/>
              </a:buClr>
              <a:buSzPct val="100000"/>
              <a:buFont typeface="Wingdings" charset="2"/>
              <a:buAutoNum type="arabicPlain"/>
              <a:tabLst/>
              <a:defRPr sz="2400" b="0">
                <a:solidFill>
                  <a:srgbClr val="00377A"/>
                </a:solidFill>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stStyle>
          <a:p>
            <a:pPr lvl="0"/>
            <a:r>
              <a:rPr lang="de-AT" dirty="0"/>
              <a:t>Kapitel Nummer Arial </a:t>
            </a:r>
            <a:r>
              <a:rPr lang="de-AT" dirty="0" err="1"/>
              <a:t>Bold</a:t>
            </a:r>
            <a:r>
              <a:rPr lang="de-AT" dirty="0"/>
              <a:t> 24 </a:t>
            </a:r>
            <a:r>
              <a:rPr lang="de-AT" dirty="0" err="1"/>
              <a:t>pt</a:t>
            </a:r>
            <a:r>
              <a:rPr lang="de-AT" dirty="0"/>
              <a:t> dunkelblau</a:t>
            </a:r>
          </a:p>
          <a:p>
            <a:pPr lvl="1"/>
            <a:r>
              <a:rPr lang="de-AT" dirty="0" err="1"/>
              <a:t>asdf</a:t>
            </a:r>
            <a:endParaRPr lang="de-AT" dirty="0"/>
          </a:p>
          <a:p>
            <a:pPr lvl="0"/>
            <a:r>
              <a:rPr lang="de-AT" dirty="0"/>
              <a:t>Kapitel Nummer zwei</a:t>
            </a:r>
          </a:p>
          <a:p>
            <a:pPr lvl="0"/>
            <a:r>
              <a:rPr lang="de-AT" dirty="0"/>
              <a:t>Kapitel Nummer drei</a:t>
            </a:r>
          </a:p>
        </p:txBody>
      </p:sp>
    </p:spTree>
    <p:extLst>
      <p:ext uri="{BB962C8B-B14F-4D97-AF65-F5344CB8AC3E}">
        <p14:creationId xmlns:p14="http://schemas.microsoft.com/office/powerpoint/2010/main" val="36224238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01_Themenstartseite - Auflistung">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84375" y="1444639"/>
            <a:ext cx="9373672"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baseline="0">
                <a:solidFill>
                  <a:srgbClr val="00377A"/>
                </a:solidFill>
                <a:uFill>
                  <a:solidFill>
                    <a:srgbClr val="00377A"/>
                  </a:solidFill>
                </a:uFill>
                <a:latin typeface="Arial"/>
                <a:cs typeface="Arial"/>
              </a:defRPr>
            </a:lvl1pPr>
          </a:lstStyle>
          <a:p>
            <a:pPr lvl="0"/>
            <a:r>
              <a:rPr lang="de-DE" dirty="0" err="1"/>
              <a:t>aws</a:t>
            </a:r>
            <a:r>
              <a:rPr lang="de-DE" dirty="0"/>
              <a:t> Produkttitel</a:t>
            </a:r>
          </a:p>
        </p:txBody>
      </p:sp>
      <p:sp>
        <p:nvSpPr>
          <p:cNvPr id="8" name="Textplatzhalter 6"/>
          <p:cNvSpPr>
            <a:spLocks noGrp="1"/>
          </p:cNvSpPr>
          <p:nvPr>
            <p:ph type="body" sz="quarter" idx="13"/>
          </p:nvPr>
        </p:nvSpPr>
        <p:spPr>
          <a:xfrm>
            <a:off x="1984375" y="2682875"/>
            <a:ext cx="9394825" cy="3420000"/>
          </a:xfrm>
          <a:prstGeom prst="rect">
            <a:avLst/>
          </a:prstGeom>
        </p:spPr>
        <p:txBody>
          <a:bodyPr vert="horz" lIns="0" tIns="0" rIns="0" bIns="0" numCol="1" spcCol="360000" anchor="t" anchorCtr="0"/>
          <a:lstStyle>
            <a:lvl1pPr marL="285722" marR="0" indent="-285722" algn="l" defTabSz="457154" rtl="0" eaLnBrk="1" fontAlgn="auto" latinLnBrk="0" hangingPunct="1">
              <a:lnSpc>
                <a:spcPct val="110000"/>
              </a:lnSpc>
              <a:spcBef>
                <a:spcPct val="20000"/>
              </a:spcBef>
              <a:spcAft>
                <a:spcPts val="0"/>
              </a:spcAft>
              <a:buClr>
                <a:srgbClr val="00377A"/>
              </a:buClr>
              <a:buSzPct val="150000"/>
              <a:buFont typeface="Symbol" charset="2"/>
              <a:buChar char="-"/>
              <a:tabLst/>
              <a:defRPr sz="1801" b="1" i="0" baseline="0">
                <a:solidFill>
                  <a:srgbClr val="00377A"/>
                </a:solidFill>
                <a:latin typeface="Arial"/>
                <a:cs typeface="Arial"/>
              </a:defRPr>
            </a:lvl1pPr>
            <a:lvl2pPr marL="742876" indent="-285722">
              <a:buClr>
                <a:srgbClr val="00377A"/>
              </a:buClr>
              <a:buSzPct val="150000"/>
              <a:buFont typeface="Symbol" charset="2"/>
              <a:buChar char="-"/>
              <a:defRPr sz="1801" baseline="0">
                <a:solidFill>
                  <a:srgbClr val="00377A"/>
                </a:solidFill>
                <a:latin typeface="Arial" charset="0"/>
              </a:defRPr>
            </a:lvl2pPr>
            <a:lvl3pPr marL="1142887" indent="-228578">
              <a:buFont typeface="Symbol" charset="2"/>
              <a:buChar char="-"/>
              <a:defRPr sz="1801" baseline="0">
                <a:solidFill>
                  <a:srgbClr val="00377A"/>
                </a:solidFill>
                <a:latin typeface="Arial" charset="0"/>
              </a:defRPr>
            </a:lvl3pPr>
            <a:lvl4pPr marL="1600041" indent="-228578">
              <a:buClr>
                <a:srgbClr val="00377A"/>
              </a:buClr>
              <a:buFont typeface="Symbol" charset="2"/>
              <a:buChar char="-"/>
              <a:defRPr sz="1801" baseline="0">
                <a:solidFill>
                  <a:srgbClr val="00377A"/>
                </a:solidFill>
                <a:latin typeface="Arial" charset="0"/>
              </a:defRPr>
            </a:lvl4pPr>
            <a:lvl5pPr marL="2057195" indent="-228578">
              <a:buFont typeface="Arial" charset="0"/>
              <a:buChar char="•"/>
              <a:defRPr sz="1300" baseline="0">
                <a:solidFill>
                  <a:srgbClr val="00377A"/>
                </a:solidFill>
                <a:latin typeface="Arial" charset="0"/>
              </a:defRPr>
            </a:lvl5pPr>
          </a:lstStyle>
          <a:p>
            <a:pPr lvl="0"/>
            <a:r>
              <a:rPr lang="de-AT" dirty="0"/>
              <a:t>Mastertextformat bearbeiten</a:t>
            </a:r>
          </a:p>
          <a:p>
            <a:pPr lvl="1"/>
            <a:r>
              <a:rPr lang="de-AT" dirty="0"/>
              <a:t>Ebene 2</a:t>
            </a:r>
          </a:p>
          <a:p>
            <a:pPr lvl="2"/>
            <a:r>
              <a:rPr lang="de-AT" dirty="0"/>
              <a:t>Ebene 3</a:t>
            </a:r>
          </a:p>
          <a:p>
            <a:pPr lvl="3"/>
            <a:r>
              <a:rPr lang="de-AT" dirty="0"/>
              <a:t>Ebene 4</a:t>
            </a:r>
          </a:p>
        </p:txBody>
      </p:sp>
      <p:pic>
        <p:nvPicPr>
          <p:cNvPr id="10"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4139528623"/>
      </p:ext>
    </p:extLst>
  </p:cSld>
  <p:clrMapOvr>
    <a:masterClrMapping/>
  </p:clrMapOvr>
  <p:extLst>
    <p:ext uri="{DCECCB84-F9BA-43D5-87BE-67443E8EF086}">
      <p15:sldGuideLst xmlns:p15="http://schemas.microsoft.com/office/powerpoint/2012/main">
        <p15:guide id="1" orient="horz" pos="1691" userDrawn="1">
          <p15:clr>
            <a:srgbClr val="FBAE40"/>
          </p15:clr>
        </p15:guide>
        <p15:guide id="2" pos="1675"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2_Themenstartseite alternativ animiert">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84375" y="1444639"/>
            <a:ext cx="9392709" cy="1005247"/>
          </a:xfrm>
          <a:prstGeom prst="rect">
            <a:avLst/>
          </a:prstGeom>
        </p:spPr>
        <p:txBody>
          <a:bodyPr vert="horz" lIns="0" tIns="0" rIns="0" bIns="0" anchor="b"/>
          <a:lstStyle>
            <a:lvl1pPr marL="0" indent="0">
              <a:buFontTx/>
              <a:buNone/>
              <a:defRPr sz="2400" b="1">
                <a:solidFill>
                  <a:srgbClr val="00377A"/>
                </a:solidFill>
                <a:latin typeface="Arial" panose="020B0604020202020204" pitchFamily="34" charset="0"/>
                <a:cs typeface="Arial" panose="020B0604020202020204" pitchFamily="34" charset="0"/>
              </a:defRPr>
            </a:lvl1pPr>
          </a:lstStyle>
          <a:p>
            <a:pPr lvl="0"/>
            <a:r>
              <a:rPr lang="de-AT" dirty="0"/>
              <a:t>Mastertextformat bearbeiten</a:t>
            </a:r>
          </a:p>
        </p:txBody>
      </p:sp>
      <p:sp>
        <p:nvSpPr>
          <p:cNvPr id="6" name="Textplatzhalter 4"/>
          <p:cNvSpPr>
            <a:spLocks noGrp="1"/>
          </p:cNvSpPr>
          <p:nvPr>
            <p:ph type="body" sz="quarter" idx="11"/>
          </p:nvPr>
        </p:nvSpPr>
        <p:spPr>
          <a:xfrm>
            <a:off x="1984375" y="2687484"/>
            <a:ext cx="9392709" cy="3420000"/>
          </a:xfrm>
          <a:prstGeom prst="rect">
            <a:avLst/>
          </a:prstGeom>
        </p:spPr>
        <p:txBody>
          <a:bodyPr vert="horz" lIns="0" tIns="0" rIns="0" bIns="0" anchor="t"/>
          <a:lstStyle>
            <a:lvl1pPr marL="0" indent="0">
              <a:buFontTx/>
              <a:buNone/>
              <a:defRPr sz="2000">
                <a:solidFill>
                  <a:srgbClr val="00AEEF"/>
                </a:solidFill>
                <a:latin typeface="Arial"/>
                <a:cs typeface="Arial"/>
              </a:defRPr>
            </a:lvl1pPr>
          </a:lstStyle>
          <a:p>
            <a:pPr lvl="0"/>
            <a:r>
              <a:rPr lang="de-AT" dirty="0"/>
              <a:t>Mastertextformat bearbeiten</a:t>
            </a:r>
          </a:p>
        </p:txBody>
      </p:sp>
      <p:sp>
        <p:nvSpPr>
          <p:cNvPr id="8"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baseline="0">
                <a:solidFill>
                  <a:srgbClr val="00377A"/>
                </a:solidFill>
                <a:uFill>
                  <a:solidFill>
                    <a:srgbClr val="00377A"/>
                  </a:solidFill>
                </a:uFill>
                <a:latin typeface="Arial"/>
                <a:cs typeface="Arial"/>
              </a:defRPr>
            </a:lvl1pPr>
          </a:lstStyle>
          <a:p>
            <a:pPr lvl="0"/>
            <a:r>
              <a:rPr lang="de-DE" dirty="0" err="1"/>
              <a:t>aws</a:t>
            </a:r>
            <a:r>
              <a:rPr lang="de-DE" dirty="0"/>
              <a:t> Produkttitel</a:t>
            </a:r>
          </a:p>
        </p:txBody>
      </p:sp>
      <p:pic>
        <p:nvPicPr>
          <p:cNvPr id="7"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17971203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3_Themenfortsetzung">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806452" y="1444639"/>
            <a:ext cx="10551581"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7" name="Textplatzhalter 6"/>
          <p:cNvSpPr>
            <a:spLocks noGrp="1"/>
          </p:cNvSpPr>
          <p:nvPr>
            <p:ph type="body" sz="quarter" idx="13"/>
          </p:nvPr>
        </p:nvSpPr>
        <p:spPr>
          <a:xfrm>
            <a:off x="817032" y="2682875"/>
            <a:ext cx="10562168" cy="3420000"/>
          </a:xfrm>
          <a:prstGeom prst="rect">
            <a:avLst/>
          </a:prstGeom>
        </p:spPr>
        <p:txBody>
          <a:bodyPr vert="horz" lIns="0" tIns="0" rIns="0" bIns="0" numCol="1" spcCol="360000" anchor="t" anchorCtr="0"/>
          <a:lstStyle>
            <a:lvl1pPr marL="285722" marR="0" indent="-285722" algn="l" defTabSz="457154" rtl="0" eaLnBrk="1" fontAlgn="auto" latinLnBrk="0" hangingPunct="1">
              <a:lnSpc>
                <a:spcPct val="110000"/>
              </a:lnSpc>
              <a:spcBef>
                <a:spcPct val="20000"/>
              </a:spcBef>
              <a:spcAft>
                <a:spcPts val="0"/>
              </a:spcAft>
              <a:buClr>
                <a:srgbClr val="00377A"/>
              </a:buClr>
              <a:buSzPct val="150000"/>
              <a:buFont typeface="Symbol" charset="2"/>
              <a:buChar char="-"/>
              <a:tabLst/>
              <a:defRPr sz="1801" b="1" i="0" baseline="0">
                <a:solidFill>
                  <a:srgbClr val="00377A"/>
                </a:solidFill>
                <a:latin typeface="Arial"/>
                <a:cs typeface="Arial"/>
              </a:defRPr>
            </a:lvl1pPr>
            <a:lvl2pPr marL="742876" indent="-285722">
              <a:buClr>
                <a:srgbClr val="00377A"/>
              </a:buClr>
              <a:buSzPct val="150000"/>
              <a:buFont typeface="Symbol" charset="2"/>
              <a:buChar char="-"/>
              <a:defRPr sz="1801" baseline="0">
                <a:solidFill>
                  <a:srgbClr val="00377A"/>
                </a:solidFill>
                <a:latin typeface="Arial" charset="0"/>
              </a:defRPr>
            </a:lvl2pPr>
            <a:lvl3pPr marL="1142887" indent="-228578">
              <a:buFont typeface="Symbol" charset="2"/>
              <a:buChar char="-"/>
              <a:defRPr sz="1801" baseline="0">
                <a:solidFill>
                  <a:srgbClr val="00377A"/>
                </a:solidFill>
                <a:latin typeface="Arial" charset="0"/>
              </a:defRPr>
            </a:lvl3pPr>
            <a:lvl4pPr marL="1600041" indent="-228578">
              <a:buClr>
                <a:srgbClr val="00377A"/>
              </a:buClr>
              <a:buFont typeface="Symbol" charset="2"/>
              <a:buChar char="-"/>
              <a:defRPr sz="1801" baseline="0">
                <a:solidFill>
                  <a:srgbClr val="00377A"/>
                </a:solidFill>
                <a:latin typeface="Arial" charset="0"/>
              </a:defRPr>
            </a:lvl4pPr>
            <a:lvl5pPr marL="2057195" indent="-228578">
              <a:buFont typeface="Arial" charset="0"/>
              <a:buChar char="•"/>
              <a:defRPr sz="1300" baseline="0">
                <a:solidFill>
                  <a:srgbClr val="00377A"/>
                </a:solidFill>
                <a:latin typeface="Arial" charset="0"/>
              </a:defRPr>
            </a:lvl5pPr>
          </a:lstStyle>
          <a:p>
            <a:pPr lvl="0"/>
            <a:r>
              <a:rPr lang="de-AT" dirty="0"/>
              <a:t>Mastertextformat bearbeiten</a:t>
            </a:r>
          </a:p>
          <a:p>
            <a:pPr lvl="1"/>
            <a:r>
              <a:rPr lang="de-AT" dirty="0"/>
              <a:t>Ebene 2</a:t>
            </a:r>
          </a:p>
          <a:p>
            <a:pPr lvl="2"/>
            <a:r>
              <a:rPr lang="de-AT" dirty="0"/>
              <a:t>Ebene 3</a:t>
            </a:r>
          </a:p>
          <a:p>
            <a:pPr lvl="3"/>
            <a:r>
              <a:rPr lang="de-AT" dirty="0"/>
              <a:t>Ebene 4</a:t>
            </a:r>
          </a:p>
        </p:txBody>
      </p:sp>
      <p:sp>
        <p:nvSpPr>
          <p:cNvPr id="8" name="Textfeld 7">
            <a:extLst>
              <a:ext uri="{FF2B5EF4-FFF2-40B4-BE49-F238E27FC236}">
                <a16:creationId xmlns:a16="http://schemas.microsoft.com/office/drawing/2014/main" id="{0681E09C-284E-4667-A955-D6C9C2C8CF39}"/>
              </a:ext>
            </a:extLst>
          </p:cNvPr>
          <p:cNvSpPr txBox="1"/>
          <p:nvPr userDrawn="1"/>
        </p:nvSpPr>
        <p:spPr>
          <a:xfrm>
            <a:off x="716692" y="6376086"/>
            <a:ext cx="2010032" cy="39541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0061503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unktation und 2 Spalten">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1984376" y="1444639"/>
            <a:ext cx="9394826"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6" name="Textplatzhalter 4"/>
          <p:cNvSpPr>
            <a:spLocks noGrp="1"/>
          </p:cNvSpPr>
          <p:nvPr>
            <p:ph type="body" sz="quarter" idx="11" hasCustomPrompt="1"/>
          </p:nvPr>
        </p:nvSpPr>
        <p:spPr>
          <a:xfrm>
            <a:off x="1990225" y="2687489"/>
            <a:ext cx="4500000" cy="2756053"/>
          </a:xfrm>
          <a:prstGeom prst="rect">
            <a:avLst/>
          </a:prstGeom>
        </p:spPr>
        <p:txBody>
          <a:bodyPr vert="horz" lIns="0" tIns="0" rIns="0" bIns="0" anchor="t"/>
          <a:lstStyle>
            <a:lvl1pPr marL="171434" indent="-171434">
              <a:buFont typeface="Symbol" charset="2"/>
              <a:buChar char="-"/>
              <a:defRPr sz="1401">
                <a:solidFill>
                  <a:srgbClr val="00377A"/>
                </a:solidFill>
                <a:latin typeface="Arial"/>
                <a:cs typeface="Arial"/>
              </a:defRPr>
            </a:lvl1pPr>
          </a:lstStyle>
          <a:p>
            <a:pPr lvl="0"/>
            <a:r>
              <a:rPr lang="de-AT" dirty="0"/>
              <a:t>Aufzählungen</a:t>
            </a:r>
          </a:p>
          <a:p>
            <a:pPr lvl="0"/>
            <a:r>
              <a:rPr lang="de-AT" dirty="0"/>
              <a:t>Text bearbeiten</a:t>
            </a:r>
          </a:p>
        </p:txBody>
      </p:sp>
      <p:sp>
        <p:nvSpPr>
          <p:cNvPr id="7" name="Tabellenplatzhalter 6"/>
          <p:cNvSpPr>
            <a:spLocks noGrp="1"/>
          </p:cNvSpPr>
          <p:nvPr>
            <p:ph type="tbl" sz="quarter" idx="12" hasCustomPrompt="1"/>
          </p:nvPr>
        </p:nvSpPr>
        <p:spPr>
          <a:xfrm>
            <a:off x="6874631" y="2687498"/>
            <a:ext cx="4500000" cy="1412803"/>
          </a:xfrm>
          <a:prstGeom prst="rect">
            <a:avLst/>
          </a:prstGeom>
        </p:spPr>
        <p:txBody>
          <a:bodyPr vert="horz"/>
          <a:lstStyle>
            <a:lvl1pPr marL="0" indent="0">
              <a:buFontTx/>
              <a:buNone/>
              <a:defRPr sz="1200">
                <a:latin typeface="Arial"/>
                <a:cs typeface="Arial"/>
              </a:defRPr>
            </a:lvl1pPr>
          </a:lstStyle>
          <a:p>
            <a:r>
              <a:rPr lang="de-DE" dirty="0"/>
              <a:t>Tabelle 2 Spalten einfügen</a:t>
            </a:r>
          </a:p>
        </p:txBody>
      </p:sp>
      <p:sp>
        <p:nvSpPr>
          <p:cNvPr id="9" name="Textplatzhalter 6"/>
          <p:cNvSpPr>
            <a:spLocks noGrp="1"/>
          </p:cNvSpPr>
          <p:nvPr>
            <p:ph type="body" sz="quarter" idx="13" hasCustomPrompt="1"/>
          </p:nvPr>
        </p:nvSpPr>
        <p:spPr>
          <a:xfrm>
            <a:off x="806468" y="549635"/>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pic>
        <p:nvPicPr>
          <p:cNvPr id="8"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
        <p:nvSpPr>
          <p:cNvPr id="2" name="Textfeld 1">
            <a:extLst>
              <a:ext uri="{FF2B5EF4-FFF2-40B4-BE49-F238E27FC236}">
                <a16:creationId xmlns:a16="http://schemas.microsoft.com/office/drawing/2014/main" id="{0D7BEFCD-8CC9-4E04-A510-3930FF5200BC}"/>
              </a:ext>
            </a:extLst>
          </p:cNvPr>
          <p:cNvSpPr txBox="1"/>
          <p:nvPr userDrawn="1"/>
        </p:nvSpPr>
        <p:spPr>
          <a:xfrm>
            <a:off x="716692" y="6376086"/>
            <a:ext cx="2010032" cy="39541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6649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Textplatzhalter 6"/>
          <p:cNvSpPr>
            <a:spLocks noGrp="1"/>
          </p:cNvSpPr>
          <p:nvPr>
            <p:ph type="body" sz="quarter" idx="13"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a:t>Team</a:t>
            </a:r>
          </a:p>
        </p:txBody>
      </p:sp>
      <p:sp>
        <p:nvSpPr>
          <p:cNvPr id="18" name="Textplatzhalter 4"/>
          <p:cNvSpPr>
            <a:spLocks noGrp="1"/>
          </p:cNvSpPr>
          <p:nvPr>
            <p:ph type="body" sz="quarter" idx="11"/>
          </p:nvPr>
        </p:nvSpPr>
        <p:spPr>
          <a:xfrm>
            <a:off x="2403192" y="1595537"/>
            <a:ext cx="3394935" cy="1153683"/>
          </a:xfrm>
          <a:prstGeom prst="rect">
            <a:avLst/>
          </a:prstGeom>
        </p:spPr>
        <p:txBody>
          <a:bodyPr vert="horz" lIns="0" tIns="0" rIns="0" bIns="0" anchor="t"/>
          <a:lstStyle>
            <a:lvl1pPr marL="0" indent="0">
              <a:lnSpc>
                <a:spcPct val="100000"/>
              </a:lnSpc>
              <a:spcBef>
                <a:spcPts val="0"/>
              </a:spcBef>
              <a:buFontTx/>
              <a:buNone/>
              <a:defRPr sz="1300" b="0" baseline="0">
                <a:solidFill>
                  <a:srgbClr val="00377A"/>
                </a:solidFill>
                <a:latin typeface="Arial"/>
                <a:cs typeface="Arial"/>
              </a:defRPr>
            </a:lvl1pPr>
          </a:lstStyle>
          <a:p>
            <a:pPr lvl="0"/>
            <a:endParaRPr lang="de-AT" dirty="0"/>
          </a:p>
        </p:txBody>
      </p:sp>
      <p:sp>
        <p:nvSpPr>
          <p:cNvPr id="19" name="Ellipse 18"/>
          <p:cNvSpPr/>
          <p:nvPr userDrawn="1"/>
        </p:nvSpPr>
        <p:spPr>
          <a:xfrm>
            <a:off x="845345" y="1475610"/>
            <a:ext cx="1427148" cy="1427148"/>
          </a:xfrm>
          <a:prstGeom prst="ellipse">
            <a:avLst/>
          </a:prstGeom>
          <a:noFill/>
          <a:ln w="57150" cmpd="dbl">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de-AT">
              <a:effectLst/>
            </a:endParaRPr>
          </a:p>
        </p:txBody>
      </p:sp>
      <p:sp>
        <p:nvSpPr>
          <p:cNvPr id="20" name="Bildplatzhalter 6"/>
          <p:cNvSpPr>
            <a:spLocks noGrp="1"/>
          </p:cNvSpPr>
          <p:nvPr>
            <p:ph type="pic" sz="quarter" idx="24"/>
          </p:nvPr>
        </p:nvSpPr>
        <p:spPr>
          <a:xfrm>
            <a:off x="882270" y="1512931"/>
            <a:ext cx="1350386" cy="1350392"/>
          </a:xfrm>
          <a:custGeom>
            <a:avLst/>
            <a:gdLst>
              <a:gd name="connsiteX0" fmla="*/ 0 w 1370013"/>
              <a:gd name="connsiteY0" fmla="*/ 0 h 1355725"/>
              <a:gd name="connsiteX1" fmla="*/ 1370013 w 1370013"/>
              <a:gd name="connsiteY1" fmla="*/ 0 h 1355725"/>
              <a:gd name="connsiteX2" fmla="*/ 1370013 w 1370013"/>
              <a:gd name="connsiteY2" fmla="*/ 1355725 h 1355725"/>
              <a:gd name="connsiteX3" fmla="*/ 0 w 1370013"/>
              <a:gd name="connsiteY3" fmla="*/ 1355725 h 1355725"/>
              <a:gd name="connsiteX4" fmla="*/ 0 w 1370013"/>
              <a:gd name="connsiteY4" fmla="*/ 0 h 1355725"/>
              <a:gd name="connsiteX0" fmla="*/ 0 w 1370013"/>
              <a:gd name="connsiteY0" fmla="*/ 0 h 1355725"/>
              <a:gd name="connsiteX1" fmla="*/ 1365250 w 1370013"/>
              <a:gd name="connsiteY1" fmla="*/ 723900 h 1355725"/>
              <a:gd name="connsiteX2" fmla="*/ 1370013 w 1370013"/>
              <a:gd name="connsiteY2" fmla="*/ 1355725 h 1355725"/>
              <a:gd name="connsiteX3" fmla="*/ 0 w 1370013"/>
              <a:gd name="connsiteY3" fmla="*/ 1355725 h 1355725"/>
              <a:gd name="connsiteX4" fmla="*/ 0 w 1370013"/>
              <a:gd name="connsiteY4" fmla="*/ 0 h 1355725"/>
              <a:gd name="connsiteX0" fmla="*/ 4763 w 1370013"/>
              <a:gd name="connsiteY0" fmla="*/ 0 h 641350"/>
              <a:gd name="connsiteX1" fmla="*/ 1365250 w 1370013"/>
              <a:gd name="connsiteY1" fmla="*/ 9525 h 641350"/>
              <a:gd name="connsiteX2" fmla="*/ 1370013 w 1370013"/>
              <a:gd name="connsiteY2" fmla="*/ 641350 h 641350"/>
              <a:gd name="connsiteX3" fmla="*/ 0 w 1370013"/>
              <a:gd name="connsiteY3" fmla="*/ 641350 h 641350"/>
              <a:gd name="connsiteX4" fmla="*/ 4763 w 1370013"/>
              <a:gd name="connsiteY4" fmla="*/ 0 h 641350"/>
              <a:gd name="connsiteX0" fmla="*/ 4763 w 1370013"/>
              <a:gd name="connsiteY0" fmla="*/ 595847 h 1237197"/>
              <a:gd name="connsiteX1" fmla="*/ 1365250 w 1370013"/>
              <a:gd name="connsiteY1" fmla="*/ 605372 h 1237197"/>
              <a:gd name="connsiteX2" fmla="*/ 1370013 w 1370013"/>
              <a:gd name="connsiteY2" fmla="*/ 1237197 h 1237197"/>
              <a:gd name="connsiteX3" fmla="*/ 0 w 1370013"/>
              <a:gd name="connsiteY3" fmla="*/ 1237197 h 1237197"/>
              <a:gd name="connsiteX4" fmla="*/ 4763 w 1370013"/>
              <a:gd name="connsiteY4" fmla="*/ 595847 h 1237197"/>
              <a:gd name="connsiteX0" fmla="*/ 4763 w 1370013"/>
              <a:gd name="connsiteY0" fmla="*/ 764647 h 1405997"/>
              <a:gd name="connsiteX1" fmla="*/ 1365250 w 1370013"/>
              <a:gd name="connsiteY1" fmla="*/ 774172 h 1405997"/>
              <a:gd name="connsiteX2" fmla="*/ 1370013 w 1370013"/>
              <a:gd name="connsiteY2" fmla="*/ 1405997 h 1405997"/>
              <a:gd name="connsiteX3" fmla="*/ 0 w 1370013"/>
              <a:gd name="connsiteY3" fmla="*/ 1405997 h 1405997"/>
              <a:gd name="connsiteX4" fmla="*/ 4763 w 1370013"/>
              <a:gd name="connsiteY4" fmla="*/ 764647 h 1405997"/>
              <a:gd name="connsiteX0" fmla="*/ 4763 w 1370013"/>
              <a:gd name="connsiteY0" fmla="*/ 716251 h 1357601"/>
              <a:gd name="connsiteX1" fmla="*/ 1365250 w 1370013"/>
              <a:gd name="connsiteY1" fmla="*/ 725776 h 1357601"/>
              <a:gd name="connsiteX2" fmla="*/ 1370013 w 1370013"/>
              <a:gd name="connsiteY2" fmla="*/ 1357601 h 1357601"/>
              <a:gd name="connsiteX3" fmla="*/ 0 w 1370013"/>
              <a:gd name="connsiteY3" fmla="*/ 1357601 h 1357601"/>
              <a:gd name="connsiteX4" fmla="*/ 4763 w 1370013"/>
              <a:gd name="connsiteY4" fmla="*/ 716251 h 1357601"/>
              <a:gd name="connsiteX0" fmla="*/ 211 w 1374986"/>
              <a:gd name="connsiteY0" fmla="*/ 716251 h 1357601"/>
              <a:gd name="connsiteX1" fmla="*/ 1370223 w 1374986"/>
              <a:gd name="connsiteY1" fmla="*/ 725776 h 1357601"/>
              <a:gd name="connsiteX2" fmla="*/ 1374986 w 1374986"/>
              <a:gd name="connsiteY2" fmla="*/ 1357601 h 1357601"/>
              <a:gd name="connsiteX3" fmla="*/ 4973 w 1374986"/>
              <a:gd name="connsiteY3" fmla="*/ 1357601 h 1357601"/>
              <a:gd name="connsiteX4" fmla="*/ 211 w 1374986"/>
              <a:gd name="connsiteY4" fmla="*/ 716251 h 1357601"/>
              <a:gd name="connsiteX0" fmla="*/ 0 w 1374775"/>
              <a:gd name="connsiteY0" fmla="*/ 716251 h 1357601"/>
              <a:gd name="connsiteX1" fmla="*/ 1370012 w 1374775"/>
              <a:gd name="connsiteY1" fmla="*/ 725776 h 1357601"/>
              <a:gd name="connsiteX2" fmla="*/ 1374775 w 1374775"/>
              <a:gd name="connsiteY2" fmla="*/ 1357601 h 1357601"/>
              <a:gd name="connsiteX3" fmla="*/ 4762 w 1374775"/>
              <a:gd name="connsiteY3" fmla="*/ 1357601 h 1357601"/>
              <a:gd name="connsiteX4" fmla="*/ 0 w 1374775"/>
              <a:gd name="connsiteY4" fmla="*/ 716251 h 1357601"/>
              <a:gd name="connsiteX0" fmla="*/ 0 w 1374775"/>
              <a:gd name="connsiteY0" fmla="*/ 686229 h 1327579"/>
              <a:gd name="connsiteX1" fmla="*/ 1370012 w 1374775"/>
              <a:gd name="connsiteY1" fmla="*/ 695754 h 1327579"/>
              <a:gd name="connsiteX2" fmla="*/ 1374775 w 1374775"/>
              <a:gd name="connsiteY2" fmla="*/ 1327579 h 1327579"/>
              <a:gd name="connsiteX3" fmla="*/ 4762 w 1374775"/>
              <a:gd name="connsiteY3" fmla="*/ 1327579 h 1327579"/>
              <a:gd name="connsiteX4" fmla="*/ 0 w 1374775"/>
              <a:gd name="connsiteY4" fmla="*/ 686229 h 1327579"/>
              <a:gd name="connsiteX0" fmla="*/ 0 w 1375266"/>
              <a:gd name="connsiteY0" fmla="*/ 707643 h 1348993"/>
              <a:gd name="connsiteX1" fmla="*/ 1370012 w 1375266"/>
              <a:gd name="connsiteY1" fmla="*/ 717168 h 1348993"/>
              <a:gd name="connsiteX2" fmla="*/ 1374775 w 1375266"/>
              <a:gd name="connsiteY2" fmla="*/ 1348993 h 1348993"/>
              <a:gd name="connsiteX3" fmla="*/ 4762 w 1375266"/>
              <a:gd name="connsiteY3" fmla="*/ 1348993 h 1348993"/>
              <a:gd name="connsiteX4" fmla="*/ 0 w 1375266"/>
              <a:gd name="connsiteY4" fmla="*/ 707643 h 1348993"/>
              <a:gd name="connsiteX0" fmla="*/ 0 w 1375506"/>
              <a:gd name="connsiteY0" fmla="*/ 713559 h 1354909"/>
              <a:gd name="connsiteX1" fmla="*/ 1370012 w 1375506"/>
              <a:gd name="connsiteY1" fmla="*/ 723084 h 1354909"/>
              <a:gd name="connsiteX2" fmla="*/ 1374775 w 1375506"/>
              <a:gd name="connsiteY2" fmla="*/ 1354909 h 1354909"/>
              <a:gd name="connsiteX3" fmla="*/ 4762 w 1375506"/>
              <a:gd name="connsiteY3" fmla="*/ 1354909 h 1354909"/>
              <a:gd name="connsiteX4" fmla="*/ 0 w 1375506"/>
              <a:gd name="connsiteY4" fmla="*/ 713559 h 1354909"/>
              <a:gd name="connsiteX0" fmla="*/ 0 w 1375468"/>
              <a:gd name="connsiteY0" fmla="*/ 697806 h 1339156"/>
              <a:gd name="connsiteX1" fmla="*/ 1370012 w 1375468"/>
              <a:gd name="connsiteY1" fmla="*/ 707331 h 1339156"/>
              <a:gd name="connsiteX2" fmla="*/ 1374775 w 1375468"/>
              <a:gd name="connsiteY2" fmla="*/ 1339156 h 1339156"/>
              <a:gd name="connsiteX3" fmla="*/ 4762 w 1375468"/>
              <a:gd name="connsiteY3" fmla="*/ 1339156 h 1339156"/>
              <a:gd name="connsiteX4" fmla="*/ 0 w 1375468"/>
              <a:gd name="connsiteY4" fmla="*/ 697806 h 1339156"/>
              <a:gd name="connsiteX0" fmla="*/ 0 w 1375430"/>
              <a:gd name="connsiteY0" fmla="*/ 705673 h 1347023"/>
              <a:gd name="connsiteX1" fmla="*/ 1370012 w 1375430"/>
              <a:gd name="connsiteY1" fmla="*/ 715198 h 1347023"/>
              <a:gd name="connsiteX2" fmla="*/ 1374775 w 1375430"/>
              <a:gd name="connsiteY2" fmla="*/ 1347023 h 1347023"/>
              <a:gd name="connsiteX3" fmla="*/ 4762 w 1375430"/>
              <a:gd name="connsiteY3" fmla="*/ 1347023 h 1347023"/>
              <a:gd name="connsiteX4" fmla="*/ 0 w 1375430"/>
              <a:gd name="connsiteY4" fmla="*/ 705673 h 1347023"/>
              <a:gd name="connsiteX0" fmla="*/ 0 w 1375929"/>
              <a:gd name="connsiteY0" fmla="*/ 701030 h 1342380"/>
              <a:gd name="connsiteX1" fmla="*/ 1370012 w 1375929"/>
              <a:gd name="connsiteY1" fmla="*/ 710555 h 1342380"/>
              <a:gd name="connsiteX2" fmla="*/ 1374775 w 1375929"/>
              <a:gd name="connsiteY2" fmla="*/ 1342380 h 1342380"/>
              <a:gd name="connsiteX3" fmla="*/ 4762 w 1375929"/>
              <a:gd name="connsiteY3" fmla="*/ 1342380 h 1342380"/>
              <a:gd name="connsiteX4" fmla="*/ 0 w 1375929"/>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1342380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093683"/>
              <a:gd name="connsiteX1" fmla="*/ 1370012 w 1376120"/>
              <a:gd name="connsiteY1" fmla="*/ 710555 h 1093683"/>
              <a:gd name="connsiteX2" fmla="*/ 1365119 w 1376120"/>
              <a:gd name="connsiteY2" fmla="*/ 744713 h 1093683"/>
              <a:gd name="connsiteX3" fmla="*/ 4762 w 1376120"/>
              <a:gd name="connsiteY3" fmla="*/ 735226 h 1093683"/>
              <a:gd name="connsiteX4" fmla="*/ 0 w 1376120"/>
              <a:gd name="connsiteY4" fmla="*/ 701030 h 1093683"/>
              <a:gd name="connsiteX0" fmla="*/ 0 w 1376120"/>
              <a:gd name="connsiteY0" fmla="*/ 701030 h 1329471"/>
              <a:gd name="connsiteX1" fmla="*/ 1370012 w 1376120"/>
              <a:gd name="connsiteY1" fmla="*/ 710555 h 1329471"/>
              <a:gd name="connsiteX2" fmla="*/ 1365119 w 1376120"/>
              <a:gd name="connsiteY2" fmla="*/ 744713 h 1329471"/>
              <a:gd name="connsiteX3" fmla="*/ 4762 w 1376120"/>
              <a:gd name="connsiteY3" fmla="*/ 735226 h 1329471"/>
              <a:gd name="connsiteX4" fmla="*/ 0 w 1376120"/>
              <a:gd name="connsiteY4" fmla="*/ 701030 h 1329471"/>
              <a:gd name="connsiteX0" fmla="*/ 0 w 1376120"/>
              <a:gd name="connsiteY0" fmla="*/ 701030 h 1325703"/>
              <a:gd name="connsiteX1" fmla="*/ 1370012 w 1376120"/>
              <a:gd name="connsiteY1" fmla="*/ 710555 h 1325703"/>
              <a:gd name="connsiteX2" fmla="*/ 1365119 w 1376120"/>
              <a:gd name="connsiteY2" fmla="*/ 744713 h 1325703"/>
              <a:gd name="connsiteX3" fmla="*/ 4762 w 1376120"/>
              <a:gd name="connsiteY3" fmla="*/ 735226 h 1325703"/>
              <a:gd name="connsiteX4" fmla="*/ 0 w 1376120"/>
              <a:gd name="connsiteY4" fmla="*/ 701030 h 1325703"/>
              <a:gd name="connsiteX0" fmla="*/ 4894 w 1371402"/>
              <a:gd name="connsiteY0" fmla="*/ 685781 h 1348401"/>
              <a:gd name="connsiteX1" fmla="*/ 1365250 w 1371402"/>
              <a:gd name="connsiteY1" fmla="*/ 733253 h 1348401"/>
              <a:gd name="connsiteX2" fmla="*/ 1360357 w 1371402"/>
              <a:gd name="connsiteY2" fmla="*/ 767411 h 1348401"/>
              <a:gd name="connsiteX3" fmla="*/ 0 w 1371402"/>
              <a:gd name="connsiteY3" fmla="*/ 757924 h 1348401"/>
              <a:gd name="connsiteX4" fmla="*/ 4894 w 1371402"/>
              <a:gd name="connsiteY4" fmla="*/ 685781 h 1348401"/>
              <a:gd name="connsiteX0" fmla="*/ 4894 w 1371007"/>
              <a:gd name="connsiteY0" fmla="*/ 628517 h 1291137"/>
              <a:gd name="connsiteX1" fmla="*/ 1365250 w 1371007"/>
              <a:gd name="connsiteY1" fmla="*/ 675989 h 1291137"/>
              <a:gd name="connsiteX2" fmla="*/ 1360357 w 1371007"/>
              <a:gd name="connsiteY2" fmla="*/ 710147 h 1291137"/>
              <a:gd name="connsiteX3" fmla="*/ 0 w 1371007"/>
              <a:gd name="connsiteY3" fmla="*/ 700660 h 1291137"/>
              <a:gd name="connsiteX4" fmla="*/ 4894 w 1371007"/>
              <a:gd name="connsiteY4" fmla="*/ 628517 h 1291137"/>
              <a:gd name="connsiteX0" fmla="*/ 4894 w 1369587"/>
              <a:gd name="connsiteY0" fmla="*/ 660164 h 1322784"/>
              <a:gd name="connsiteX1" fmla="*/ 1365250 w 1369587"/>
              <a:gd name="connsiteY1" fmla="*/ 707636 h 1322784"/>
              <a:gd name="connsiteX2" fmla="*/ 1360357 w 1369587"/>
              <a:gd name="connsiteY2" fmla="*/ 741794 h 1322784"/>
              <a:gd name="connsiteX3" fmla="*/ 0 w 1369587"/>
              <a:gd name="connsiteY3" fmla="*/ 732307 h 1322784"/>
              <a:gd name="connsiteX4" fmla="*/ 4894 w 1369587"/>
              <a:gd name="connsiteY4" fmla="*/ 660164 h 1322784"/>
              <a:gd name="connsiteX0" fmla="*/ 9722 w 1369602"/>
              <a:gd name="connsiteY0" fmla="*/ 660164 h 1322784"/>
              <a:gd name="connsiteX1" fmla="*/ 1365250 w 1369602"/>
              <a:gd name="connsiteY1" fmla="*/ 707636 h 1322784"/>
              <a:gd name="connsiteX2" fmla="*/ 1360357 w 1369602"/>
              <a:gd name="connsiteY2" fmla="*/ 741794 h 1322784"/>
              <a:gd name="connsiteX3" fmla="*/ 0 w 1369602"/>
              <a:gd name="connsiteY3" fmla="*/ 732307 h 1322784"/>
              <a:gd name="connsiteX4" fmla="*/ 9722 w 1369602"/>
              <a:gd name="connsiteY4" fmla="*/ 660164 h 1322784"/>
              <a:gd name="connsiteX0" fmla="*/ 66 w 1359946"/>
              <a:gd name="connsiteY0" fmla="*/ 660164 h 1322784"/>
              <a:gd name="connsiteX1" fmla="*/ 1355594 w 1359946"/>
              <a:gd name="connsiteY1" fmla="*/ 707636 h 1322784"/>
              <a:gd name="connsiteX2" fmla="*/ 1350701 w 1359946"/>
              <a:gd name="connsiteY2" fmla="*/ 741794 h 1322784"/>
              <a:gd name="connsiteX3" fmla="*/ 0 w 1359946"/>
              <a:gd name="connsiteY3" fmla="*/ 732307 h 1322784"/>
              <a:gd name="connsiteX4" fmla="*/ 66 w 1359946"/>
              <a:gd name="connsiteY4" fmla="*/ 660164 h 1322784"/>
              <a:gd name="connsiteX0" fmla="*/ 66 w 1388823"/>
              <a:gd name="connsiteY0" fmla="*/ 668497 h 1331117"/>
              <a:gd name="connsiteX1" fmla="*/ 1384561 w 1388823"/>
              <a:gd name="connsiteY1" fmla="*/ 696995 h 1331117"/>
              <a:gd name="connsiteX2" fmla="*/ 1350701 w 1388823"/>
              <a:gd name="connsiteY2" fmla="*/ 750127 h 1331117"/>
              <a:gd name="connsiteX3" fmla="*/ 0 w 1388823"/>
              <a:gd name="connsiteY3" fmla="*/ 740640 h 1331117"/>
              <a:gd name="connsiteX4" fmla="*/ 66 w 1388823"/>
              <a:gd name="connsiteY4" fmla="*/ 668497 h 1331117"/>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357878"/>
              <a:gd name="connsiteX1" fmla="*/ 1384561 w 1388823"/>
              <a:gd name="connsiteY1" fmla="*/ 696995 h 1357878"/>
              <a:gd name="connsiteX2" fmla="*/ 1336218 w 1388823"/>
              <a:gd name="connsiteY2" fmla="*/ 939864 h 1357878"/>
              <a:gd name="connsiteX3" fmla="*/ 0 w 1388823"/>
              <a:gd name="connsiteY3" fmla="*/ 740640 h 1357878"/>
              <a:gd name="connsiteX4" fmla="*/ 66 w 1388823"/>
              <a:gd name="connsiteY4" fmla="*/ 668497 h 1357878"/>
              <a:gd name="connsiteX0" fmla="*/ 4893 w 1393650"/>
              <a:gd name="connsiteY0" fmla="*/ 668497 h 1394664"/>
              <a:gd name="connsiteX1" fmla="*/ 1389388 w 1393650"/>
              <a:gd name="connsiteY1" fmla="*/ 696995 h 1394664"/>
              <a:gd name="connsiteX2" fmla="*/ 1341045 w 1393650"/>
              <a:gd name="connsiteY2" fmla="*/ 939864 h 1394664"/>
              <a:gd name="connsiteX3" fmla="*/ 0 w 1393650"/>
              <a:gd name="connsiteY3" fmla="*/ 811792 h 1394664"/>
              <a:gd name="connsiteX4" fmla="*/ 4893 w 1393650"/>
              <a:gd name="connsiteY4" fmla="*/ 668497 h 1394664"/>
              <a:gd name="connsiteX0" fmla="*/ 4893 w 1393650"/>
              <a:gd name="connsiteY0" fmla="*/ 668497 h 1354383"/>
              <a:gd name="connsiteX1" fmla="*/ 1389388 w 1393650"/>
              <a:gd name="connsiteY1" fmla="*/ 696995 h 1354383"/>
              <a:gd name="connsiteX2" fmla="*/ 1341045 w 1393650"/>
              <a:gd name="connsiteY2" fmla="*/ 939864 h 1354383"/>
              <a:gd name="connsiteX3" fmla="*/ 0 w 1393650"/>
              <a:gd name="connsiteY3" fmla="*/ 811792 h 1354383"/>
              <a:gd name="connsiteX4" fmla="*/ 4893 w 1393650"/>
              <a:gd name="connsiteY4" fmla="*/ 668497 h 1354383"/>
              <a:gd name="connsiteX0" fmla="*/ 5330 w 1394087"/>
              <a:gd name="connsiteY0" fmla="*/ 668497 h 1354383"/>
              <a:gd name="connsiteX1" fmla="*/ 1389825 w 1394087"/>
              <a:gd name="connsiteY1" fmla="*/ 696995 h 1354383"/>
              <a:gd name="connsiteX2" fmla="*/ 1341482 w 1394087"/>
              <a:gd name="connsiteY2" fmla="*/ 939864 h 1354383"/>
              <a:gd name="connsiteX3" fmla="*/ 437 w 1394087"/>
              <a:gd name="connsiteY3" fmla="*/ 811792 h 1354383"/>
              <a:gd name="connsiteX4" fmla="*/ 5330 w 1394087"/>
              <a:gd name="connsiteY4" fmla="*/ 668497 h 1354383"/>
              <a:gd name="connsiteX0" fmla="*/ 0 w 1408010"/>
              <a:gd name="connsiteY0" fmla="*/ 654008 h 1373097"/>
              <a:gd name="connsiteX1" fmla="*/ 1403806 w 1408010"/>
              <a:gd name="connsiteY1" fmla="*/ 715709 h 1373097"/>
              <a:gd name="connsiteX2" fmla="*/ 1355463 w 1408010"/>
              <a:gd name="connsiteY2" fmla="*/ 958578 h 1373097"/>
              <a:gd name="connsiteX3" fmla="*/ 14418 w 1408010"/>
              <a:gd name="connsiteY3" fmla="*/ 830506 h 1373097"/>
              <a:gd name="connsiteX4" fmla="*/ 0 w 1408010"/>
              <a:gd name="connsiteY4" fmla="*/ 654008 h 1373097"/>
              <a:gd name="connsiteX0" fmla="*/ 0 w 1408096"/>
              <a:gd name="connsiteY0" fmla="*/ 640544 h 1359633"/>
              <a:gd name="connsiteX1" fmla="*/ 1403806 w 1408096"/>
              <a:gd name="connsiteY1" fmla="*/ 702245 h 1359633"/>
              <a:gd name="connsiteX2" fmla="*/ 1355463 w 1408096"/>
              <a:gd name="connsiteY2" fmla="*/ 945114 h 1359633"/>
              <a:gd name="connsiteX3" fmla="*/ 14418 w 1408096"/>
              <a:gd name="connsiteY3" fmla="*/ 817042 h 1359633"/>
              <a:gd name="connsiteX4" fmla="*/ 0 w 1408096"/>
              <a:gd name="connsiteY4" fmla="*/ 640544 h 1359633"/>
              <a:gd name="connsiteX0" fmla="*/ 0 w 1404766"/>
              <a:gd name="connsiteY0" fmla="*/ 643774 h 1362863"/>
              <a:gd name="connsiteX1" fmla="*/ 1403806 w 1404766"/>
              <a:gd name="connsiteY1" fmla="*/ 705475 h 1362863"/>
              <a:gd name="connsiteX2" fmla="*/ 1355463 w 1404766"/>
              <a:gd name="connsiteY2" fmla="*/ 948344 h 1362863"/>
              <a:gd name="connsiteX3" fmla="*/ 14418 w 1404766"/>
              <a:gd name="connsiteY3" fmla="*/ 820272 h 1362863"/>
              <a:gd name="connsiteX4" fmla="*/ 0 w 1404766"/>
              <a:gd name="connsiteY4" fmla="*/ 643774 h 1362863"/>
              <a:gd name="connsiteX0" fmla="*/ 0 w 1399638"/>
              <a:gd name="connsiteY0" fmla="*/ 642622 h 1361711"/>
              <a:gd name="connsiteX1" fmla="*/ 1398433 w 1399638"/>
              <a:gd name="connsiteY1" fmla="*/ 706963 h 1361711"/>
              <a:gd name="connsiteX2" fmla="*/ 1355463 w 1399638"/>
              <a:gd name="connsiteY2" fmla="*/ 947192 h 1361711"/>
              <a:gd name="connsiteX3" fmla="*/ 14418 w 1399638"/>
              <a:gd name="connsiteY3" fmla="*/ 819120 h 1361711"/>
              <a:gd name="connsiteX4" fmla="*/ 0 w 1399638"/>
              <a:gd name="connsiteY4" fmla="*/ 642622 h 1361711"/>
              <a:gd name="connsiteX0" fmla="*/ 0 w 1400799"/>
              <a:gd name="connsiteY0" fmla="*/ 642622 h 1361711"/>
              <a:gd name="connsiteX1" fmla="*/ 1398433 w 1400799"/>
              <a:gd name="connsiteY1" fmla="*/ 706963 h 1361711"/>
              <a:gd name="connsiteX2" fmla="*/ 1355463 w 1400799"/>
              <a:gd name="connsiteY2" fmla="*/ 947192 h 1361711"/>
              <a:gd name="connsiteX3" fmla="*/ 14418 w 1400799"/>
              <a:gd name="connsiteY3" fmla="*/ 819120 h 1361711"/>
              <a:gd name="connsiteX4" fmla="*/ 0 w 1400799"/>
              <a:gd name="connsiteY4" fmla="*/ 642622 h 1361711"/>
              <a:gd name="connsiteX0" fmla="*/ 0 w 1400799"/>
              <a:gd name="connsiteY0" fmla="*/ 642622 h 1360734"/>
              <a:gd name="connsiteX1" fmla="*/ 1398433 w 1400799"/>
              <a:gd name="connsiteY1" fmla="*/ 706963 h 1360734"/>
              <a:gd name="connsiteX2" fmla="*/ 1355463 w 1400799"/>
              <a:gd name="connsiteY2" fmla="*/ 947192 h 1360734"/>
              <a:gd name="connsiteX3" fmla="*/ 14418 w 1400799"/>
              <a:gd name="connsiteY3" fmla="*/ 819120 h 1360734"/>
              <a:gd name="connsiteX4" fmla="*/ 0 w 1400799"/>
              <a:gd name="connsiteY4" fmla="*/ 642622 h 1360734"/>
              <a:gd name="connsiteX0" fmla="*/ 0 w 1400799"/>
              <a:gd name="connsiteY0" fmla="*/ 642622 h 1347487"/>
              <a:gd name="connsiteX1" fmla="*/ 1398433 w 1400799"/>
              <a:gd name="connsiteY1" fmla="*/ 706963 h 1347487"/>
              <a:gd name="connsiteX2" fmla="*/ 1355463 w 1400799"/>
              <a:gd name="connsiteY2" fmla="*/ 947192 h 1347487"/>
              <a:gd name="connsiteX3" fmla="*/ 17104 w 1400799"/>
              <a:gd name="connsiteY3" fmla="*/ 792723 h 1347487"/>
              <a:gd name="connsiteX4" fmla="*/ 0 w 1400799"/>
              <a:gd name="connsiteY4" fmla="*/ 642622 h 1347487"/>
              <a:gd name="connsiteX0" fmla="*/ 0 w 1400799"/>
              <a:gd name="connsiteY0" fmla="*/ 642622 h 1356367"/>
              <a:gd name="connsiteX1" fmla="*/ 1398433 w 1400799"/>
              <a:gd name="connsiteY1" fmla="*/ 706963 h 1356367"/>
              <a:gd name="connsiteX2" fmla="*/ 1355463 w 1400799"/>
              <a:gd name="connsiteY2" fmla="*/ 947192 h 1356367"/>
              <a:gd name="connsiteX3" fmla="*/ 17104 w 1400799"/>
              <a:gd name="connsiteY3" fmla="*/ 792723 h 1356367"/>
              <a:gd name="connsiteX4" fmla="*/ 0 w 1400799"/>
              <a:gd name="connsiteY4" fmla="*/ 642622 h 1356367"/>
              <a:gd name="connsiteX0" fmla="*/ 12758 w 1384003"/>
              <a:gd name="connsiteY0" fmla="*/ 580396 h 1447249"/>
              <a:gd name="connsiteX1" fmla="*/ 1381637 w 1384003"/>
              <a:gd name="connsiteY1" fmla="*/ 797845 h 1447249"/>
              <a:gd name="connsiteX2" fmla="*/ 1338667 w 1384003"/>
              <a:gd name="connsiteY2" fmla="*/ 1038074 h 1447249"/>
              <a:gd name="connsiteX3" fmla="*/ 308 w 1384003"/>
              <a:gd name="connsiteY3" fmla="*/ 883605 h 1447249"/>
              <a:gd name="connsiteX4" fmla="*/ 12758 w 1384003"/>
              <a:gd name="connsiteY4" fmla="*/ 580396 h 1447249"/>
              <a:gd name="connsiteX0" fmla="*/ 13072 w 1384317"/>
              <a:gd name="connsiteY0" fmla="*/ 580396 h 1447249"/>
              <a:gd name="connsiteX1" fmla="*/ 1381951 w 1384317"/>
              <a:gd name="connsiteY1" fmla="*/ 797845 h 1447249"/>
              <a:gd name="connsiteX2" fmla="*/ 1338981 w 1384317"/>
              <a:gd name="connsiteY2" fmla="*/ 1038074 h 1447249"/>
              <a:gd name="connsiteX3" fmla="*/ 622 w 1384317"/>
              <a:gd name="connsiteY3" fmla="*/ 883605 h 1447249"/>
              <a:gd name="connsiteX4" fmla="*/ 13072 w 1384317"/>
              <a:gd name="connsiteY4" fmla="*/ 580396 h 1447249"/>
              <a:gd name="connsiteX0" fmla="*/ 26189 w 1383999"/>
              <a:gd name="connsiteY0" fmla="*/ 575445 h 1455497"/>
              <a:gd name="connsiteX1" fmla="*/ 1381633 w 1383999"/>
              <a:gd name="connsiteY1" fmla="*/ 806093 h 1455497"/>
              <a:gd name="connsiteX2" fmla="*/ 1338663 w 1383999"/>
              <a:gd name="connsiteY2" fmla="*/ 1046322 h 1455497"/>
              <a:gd name="connsiteX3" fmla="*/ 304 w 1383999"/>
              <a:gd name="connsiteY3" fmla="*/ 891853 h 1455497"/>
              <a:gd name="connsiteX4" fmla="*/ 26189 w 1383999"/>
              <a:gd name="connsiteY4" fmla="*/ 575445 h 1455497"/>
              <a:gd name="connsiteX0" fmla="*/ 26317 w 1384127"/>
              <a:gd name="connsiteY0" fmla="*/ 575445 h 1455497"/>
              <a:gd name="connsiteX1" fmla="*/ 1381761 w 1384127"/>
              <a:gd name="connsiteY1" fmla="*/ 806093 h 1455497"/>
              <a:gd name="connsiteX2" fmla="*/ 1338791 w 1384127"/>
              <a:gd name="connsiteY2" fmla="*/ 1046322 h 1455497"/>
              <a:gd name="connsiteX3" fmla="*/ 432 w 1384127"/>
              <a:gd name="connsiteY3" fmla="*/ 891853 h 1455497"/>
              <a:gd name="connsiteX4" fmla="*/ 26317 w 1384127"/>
              <a:gd name="connsiteY4" fmla="*/ 575445 h 1455497"/>
              <a:gd name="connsiteX0" fmla="*/ 26317 w 1384127"/>
              <a:gd name="connsiteY0" fmla="*/ 468636 h 1348688"/>
              <a:gd name="connsiteX1" fmla="*/ 1381761 w 1384127"/>
              <a:gd name="connsiteY1" fmla="*/ 699284 h 1348688"/>
              <a:gd name="connsiteX2" fmla="*/ 1338791 w 1384127"/>
              <a:gd name="connsiteY2" fmla="*/ 939513 h 1348688"/>
              <a:gd name="connsiteX3" fmla="*/ 432 w 1384127"/>
              <a:gd name="connsiteY3" fmla="*/ 785044 h 1348688"/>
              <a:gd name="connsiteX4" fmla="*/ 26317 w 1384127"/>
              <a:gd name="connsiteY4" fmla="*/ 468636 h 1348688"/>
              <a:gd name="connsiteX0" fmla="*/ 26317 w 1384127"/>
              <a:gd name="connsiteY0" fmla="*/ 474629 h 1354681"/>
              <a:gd name="connsiteX1" fmla="*/ 1381761 w 1384127"/>
              <a:gd name="connsiteY1" fmla="*/ 705277 h 1354681"/>
              <a:gd name="connsiteX2" fmla="*/ 1338791 w 1384127"/>
              <a:gd name="connsiteY2" fmla="*/ 945506 h 1354681"/>
              <a:gd name="connsiteX3" fmla="*/ 432 w 1384127"/>
              <a:gd name="connsiteY3" fmla="*/ 791037 h 1354681"/>
              <a:gd name="connsiteX4" fmla="*/ 26317 w 1384127"/>
              <a:gd name="connsiteY4" fmla="*/ 474629 h 1354681"/>
              <a:gd name="connsiteX0" fmla="*/ 26317 w 1384127"/>
              <a:gd name="connsiteY0" fmla="*/ 466934 h 1346986"/>
              <a:gd name="connsiteX1" fmla="*/ 1381761 w 1384127"/>
              <a:gd name="connsiteY1" fmla="*/ 697582 h 1346986"/>
              <a:gd name="connsiteX2" fmla="*/ 1338791 w 1384127"/>
              <a:gd name="connsiteY2" fmla="*/ 937811 h 1346986"/>
              <a:gd name="connsiteX3" fmla="*/ 432 w 1384127"/>
              <a:gd name="connsiteY3" fmla="*/ 783342 h 1346986"/>
              <a:gd name="connsiteX4" fmla="*/ 26317 w 1384127"/>
              <a:gd name="connsiteY4" fmla="*/ 466934 h 1346986"/>
              <a:gd name="connsiteX0" fmla="*/ 26317 w 1384127"/>
              <a:gd name="connsiteY0" fmla="*/ 463881 h 1343933"/>
              <a:gd name="connsiteX1" fmla="*/ 1381761 w 1384127"/>
              <a:gd name="connsiteY1" fmla="*/ 694529 h 1343933"/>
              <a:gd name="connsiteX2" fmla="*/ 1338791 w 1384127"/>
              <a:gd name="connsiteY2" fmla="*/ 934758 h 1343933"/>
              <a:gd name="connsiteX3" fmla="*/ 432 w 1384127"/>
              <a:gd name="connsiteY3" fmla="*/ 780289 h 1343933"/>
              <a:gd name="connsiteX4" fmla="*/ 26317 w 1384127"/>
              <a:gd name="connsiteY4" fmla="*/ 463881 h 1343933"/>
              <a:gd name="connsiteX0" fmla="*/ 26317 w 1395853"/>
              <a:gd name="connsiteY0" fmla="*/ 460078 h 1340130"/>
              <a:gd name="connsiteX1" fmla="*/ 1394912 w 1395853"/>
              <a:gd name="connsiteY1" fmla="*/ 700234 h 1340130"/>
              <a:gd name="connsiteX2" fmla="*/ 1338791 w 1395853"/>
              <a:gd name="connsiteY2" fmla="*/ 930955 h 1340130"/>
              <a:gd name="connsiteX3" fmla="*/ 432 w 1395853"/>
              <a:gd name="connsiteY3" fmla="*/ 776486 h 1340130"/>
              <a:gd name="connsiteX4" fmla="*/ 26317 w 1395853"/>
              <a:gd name="connsiteY4" fmla="*/ 460078 h 1340130"/>
              <a:gd name="connsiteX0" fmla="*/ 25885 w 1395421"/>
              <a:gd name="connsiteY0" fmla="*/ 460078 h 1340130"/>
              <a:gd name="connsiteX1" fmla="*/ 1394480 w 1395421"/>
              <a:gd name="connsiteY1" fmla="*/ 700234 h 1340130"/>
              <a:gd name="connsiteX2" fmla="*/ 1338359 w 1395421"/>
              <a:gd name="connsiteY2" fmla="*/ 930955 h 1340130"/>
              <a:gd name="connsiteX3" fmla="*/ 0 w 1395421"/>
              <a:gd name="connsiteY3" fmla="*/ 776486 h 1340130"/>
              <a:gd name="connsiteX4" fmla="*/ 25885 w 1395421"/>
              <a:gd name="connsiteY4" fmla="*/ 460078 h 1340130"/>
              <a:gd name="connsiteX0" fmla="*/ 42324 w 1395421"/>
              <a:gd name="connsiteY0" fmla="*/ 456316 h 1345876"/>
              <a:gd name="connsiteX1" fmla="*/ 1394480 w 1395421"/>
              <a:gd name="connsiteY1" fmla="*/ 705980 h 1345876"/>
              <a:gd name="connsiteX2" fmla="*/ 1338359 w 1395421"/>
              <a:gd name="connsiteY2" fmla="*/ 936701 h 1345876"/>
              <a:gd name="connsiteX3" fmla="*/ 0 w 1395421"/>
              <a:gd name="connsiteY3" fmla="*/ 782232 h 1345876"/>
              <a:gd name="connsiteX4" fmla="*/ 42324 w 1395421"/>
              <a:gd name="connsiteY4" fmla="*/ 456316 h 1345876"/>
              <a:gd name="connsiteX0" fmla="*/ 42324 w 1395421"/>
              <a:gd name="connsiteY0" fmla="*/ 460311 h 1349871"/>
              <a:gd name="connsiteX1" fmla="*/ 1394480 w 1395421"/>
              <a:gd name="connsiteY1" fmla="*/ 709975 h 1349871"/>
              <a:gd name="connsiteX2" fmla="*/ 1338359 w 1395421"/>
              <a:gd name="connsiteY2" fmla="*/ 940696 h 1349871"/>
              <a:gd name="connsiteX3" fmla="*/ 0 w 1395421"/>
              <a:gd name="connsiteY3" fmla="*/ 786227 h 1349871"/>
              <a:gd name="connsiteX4" fmla="*/ 42324 w 1395421"/>
              <a:gd name="connsiteY4" fmla="*/ 460311 h 1349871"/>
              <a:gd name="connsiteX0" fmla="*/ 42324 w 1395421"/>
              <a:gd name="connsiteY0" fmla="*/ 457648 h 1347208"/>
              <a:gd name="connsiteX1" fmla="*/ 1394480 w 1395421"/>
              <a:gd name="connsiteY1" fmla="*/ 707312 h 1347208"/>
              <a:gd name="connsiteX2" fmla="*/ 1338359 w 1395421"/>
              <a:gd name="connsiteY2" fmla="*/ 938033 h 1347208"/>
              <a:gd name="connsiteX3" fmla="*/ 0 w 1395421"/>
              <a:gd name="connsiteY3" fmla="*/ 783564 h 1347208"/>
              <a:gd name="connsiteX4" fmla="*/ 42324 w 1395421"/>
              <a:gd name="connsiteY4" fmla="*/ 457648 h 1347208"/>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39036 w 1395421"/>
              <a:gd name="connsiteY0" fmla="*/ 447832 h 1362746"/>
              <a:gd name="connsiteX1" fmla="*/ 1394480 w 1395421"/>
              <a:gd name="connsiteY1" fmla="*/ 722850 h 1362746"/>
              <a:gd name="connsiteX2" fmla="*/ 1338359 w 1395421"/>
              <a:gd name="connsiteY2" fmla="*/ 953571 h 1362746"/>
              <a:gd name="connsiteX3" fmla="*/ 0 w 1395421"/>
              <a:gd name="connsiteY3" fmla="*/ 799102 h 1362746"/>
              <a:gd name="connsiteX4" fmla="*/ 39036 w 1395421"/>
              <a:gd name="connsiteY4" fmla="*/ 447832 h 1362746"/>
              <a:gd name="connsiteX0" fmla="*/ 39036 w 1395421"/>
              <a:gd name="connsiteY0" fmla="*/ 433087 h 1348001"/>
              <a:gd name="connsiteX1" fmla="*/ 1394480 w 1395421"/>
              <a:gd name="connsiteY1" fmla="*/ 708105 h 1348001"/>
              <a:gd name="connsiteX2" fmla="*/ 1338359 w 1395421"/>
              <a:gd name="connsiteY2" fmla="*/ 938826 h 1348001"/>
              <a:gd name="connsiteX3" fmla="*/ 0 w 1395421"/>
              <a:gd name="connsiteY3" fmla="*/ 784357 h 1348001"/>
              <a:gd name="connsiteX4" fmla="*/ 39036 w 1395421"/>
              <a:gd name="connsiteY4" fmla="*/ 433087 h 1348001"/>
              <a:gd name="connsiteX0" fmla="*/ 41940 w 1398325"/>
              <a:gd name="connsiteY0" fmla="*/ 433087 h 1348001"/>
              <a:gd name="connsiteX1" fmla="*/ 1397384 w 1398325"/>
              <a:gd name="connsiteY1" fmla="*/ 708105 h 1348001"/>
              <a:gd name="connsiteX2" fmla="*/ 1341263 w 1398325"/>
              <a:gd name="connsiteY2" fmla="*/ 938826 h 1348001"/>
              <a:gd name="connsiteX3" fmla="*/ 2904 w 1398325"/>
              <a:gd name="connsiteY3" fmla="*/ 784357 h 1348001"/>
              <a:gd name="connsiteX4" fmla="*/ 41940 w 1398325"/>
              <a:gd name="connsiteY4" fmla="*/ 433087 h 134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325" h="1348001">
                <a:moveTo>
                  <a:pt x="41940" y="433087"/>
                </a:moveTo>
                <a:cubicBezTo>
                  <a:pt x="356074" y="-265149"/>
                  <a:pt x="1414477" y="-79963"/>
                  <a:pt x="1397384" y="708105"/>
                </a:cubicBezTo>
                <a:cubicBezTo>
                  <a:pt x="1401659" y="712808"/>
                  <a:pt x="1392780" y="808856"/>
                  <a:pt x="1341263" y="938826"/>
                </a:cubicBezTo>
                <a:cubicBezTo>
                  <a:pt x="1159695" y="1431081"/>
                  <a:pt x="216547" y="1589193"/>
                  <a:pt x="2904" y="784357"/>
                </a:cubicBezTo>
                <a:cubicBezTo>
                  <a:pt x="-6912" y="577148"/>
                  <a:pt x="8657" y="576976"/>
                  <a:pt x="41940" y="433087"/>
                </a:cubicBezTo>
                <a:close/>
              </a:path>
            </a:pathLst>
          </a:custGeom>
        </p:spPr>
        <p:txBody>
          <a:bodyPr/>
          <a:lstStyle>
            <a:lvl1pPr>
              <a:defRPr sz="1100">
                <a:latin typeface="Arial" panose="020B0604020202020204" pitchFamily="34" charset="0"/>
                <a:cs typeface="Arial" panose="020B0604020202020204" pitchFamily="34" charset="0"/>
              </a:defRPr>
            </a:lvl1pPr>
          </a:lstStyle>
          <a:p>
            <a:endParaRPr lang="de-AT" dirty="0"/>
          </a:p>
        </p:txBody>
      </p:sp>
      <p:sp>
        <p:nvSpPr>
          <p:cNvPr id="21" name="Textplatzhalter 4"/>
          <p:cNvSpPr>
            <a:spLocks noGrp="1"/>
          </p:cNvSpPr>
          <p:nvPr>
            <p:ph type="body" sz="quarter" idx="15"/>
          </p:nvPr>
        </p:nvSpPr>
        <p:spPr>
          <a:xfrm>
            <a:off x="7979686" y="1657883"/>
            <a:ext cx="3394800" cy="1153683"/>
          </a:xfrm>
          <a:prstGeom prst="rect">
            <a:avLst/>
          </a:prstGeom>
        </p:spPr>
        <p:txBody>
          <a:bodyPr vert="horz" lIns="0" tIns="0" rIns="0" bIns="0" anchor="t"/>
          <a:lstStyle>
            <a:lvl1pPr marL="0" indent="0">
              <a:lnSpc>
                <a:spcPct val="100000"/>
              </a:lnSpc>
              <a:spcBef>
                <a:spcPts val="0"/>
              </a:spcBef>
              <a:buFontTx/>
              <a:buNone/>
              <a:defRPr sz="1300" b="0" baseline="0">
                <a:solidFill>
                  <a:srgbClr val="00377A"/>
                </a:solidFill>
                <a:latin typeface="Arial"/>
                <a:cs typeface="Arial"/>
              </a:defRPr>
            </a:lvl1pPr>
          </a:lstStyle>
          <a:p>
            <a:pPr lvl="0"/>
            <a:endParaRPr lang="de-AT" dirty="0"/>
          </a:p>
        </p:txBody>
      </p:sp>
      <p:sp>
        <p:nvSpPr>
          <p:cNvPr id="22" name="Textplatzhalter 4"/>
          <p:cNvSpPr>
            <a:spLocks noGrp="1"/>
          </p:cNvSpPr>
          <p:nvPr>
            <p:ph type="body" sz="quarter" idx="17"/>
          </p:nvPr>
        </p:nvSpPr>
        <p:spPr>
          <a:xfrm>
            <a:off x="2412753" y="4946412"/>
            <a:ext cx="3394800" cy="1153683"/>
          </a:xfrm>
          <a:prstGeom prst="rect">
            <a:avLst/>
          </a:prstGeom>
        </p:spPr>
        <p:txBody>
          <a:bodyPr vert="horz" lIns="0" tIns="0" rIns="0" bIns="0" anchor="t"/>
          <a:lstStyle>
            <a:lvl1pPr marL="0" indent="0">
              <a:lnSpc>
                <a:spcPct val="100000"/>
              </a:lnSpc>
              <a:spcBef>
                <a:spcPts val="0"/>
              </a:spcBef>
              <a:buFontTx/>
              <a:buNone/>
              <a:defRPr sz="1300" b="0" baseline="0">
                <a:solidFill>
                  <a:srgbClr val="00377A"/>
                </a:solidFill>
                <a:latin typeface="Arial"/>
                <a:cs typeface="Arial"/>
              </a:defRPr>
            </a:lvl1pPr>
          </a:lstStyle>
          <a:p>
            <a:pPr lvl="0"/>
            <a:endParaRPr lang="de-AT" dirty="0"/>
          </a:p>
        </p:txBody>
      </p:sp>
      <p:sp>
        <p:nvSpPr>
          <p:cNvPr id="23" name="Textplatzhalter 4"/>
          <p:cNvSpPr>
            <a:spLocks noGrp="1"/>
          </p:cNvSpPr>
          <p:nvPr>
            <p:ph type="body" sz="quarter" idx="21"/>
          </p:nvPr>
        </p:nvSpPr>
        <p:spPr>
          <a:xfrm>
            <a:off x="2405390" y="3317133"/>
            <a:ext cx="3394800" cy="1153683"/>
          </a:xfrm>
          <a:prstGeom prst="rect">
            <a:avLst/>
          </a:prstGeom>
        </p:spPr>
        <p:txBody>
          <a:bodyPr vert="horz" lIns="0" tIns="0" rIns="0" bIns="0" anchor="t"/>
          <a:lstStyle>
            <a:lvl1pPr marL="0" indent="0">
              <a:lnSpc>
                <a:spcPct val="100000"/>
              </a:lnSpc>
              <a:spcBef>
                <a:spcPts val="0"/>
              </a:spcBef>
              <a:buFontTx/>
              <a:buNone/>
              <a:defRPr sz="1300" b="0" baseline="0">
                <a:solidFill>
                  <a:srgbClr val="00377A"/>
                </a:solidFill>
                <a:latin typeface="Arial"/>
                <a:cs typeface="Arial"/>
              </a:defRPr>
            </a:lvl1pPr>
          </a:lstStyle>
          <a:p>
            <a:pPr lvl="0"/>
            <a:endParaRPr lang="de-AT" dirty="0"/>
          </a:p>
        </p:txBody>
      </p:sp>
      <p:sp>
        <p:nvSpPr>
          <p:cNvPr id="24" name="Textplatzhalter 4"/>
          <p:cNvSpPr>
            <a:spLocks noGrp="1"/>
          </p:cNvSpPr>
          <p:nvPr>
            <p:ph type="body" sz="quarter" idx="23"/>
          </p:nvPr>
        </p:nvSpPr>
        <p:spPr>
          <a:xfrm>
            <a:off x="7981884" y="3317133"/>
            <a:ext cx="3394800" cy="1153683"/>
          </a:xfrm>
          <a:prstGeom prst="rect">
            <a:avLst/>
          </a:prstGeom>
        </p:spPr>
        <p:txBody>
          <a:bodyPr vert="horz" lIns="0" tIns="0" rIns="0" bIns="0" anchor="t"/>
          <a:lstStyle>
            <a:lvl1pPr marL="0" indent="0">
              <a:lnSpc>
                <a:spcPct val="100000"/>
              </a:lnSpc>
              <a:spcBef>
                <a:spcPts val="0"/>
              </a:spcBef>
              <a:buFontTx/>
              <a:buNone/>
              <a:defRPr sz="1300" b="0" baseline="0">
                <a:solidFill>
                  <a:srgbClr val="00377A"/>
                </a:solidFill>
                <a:latin typeface="Arial"/>
                <a:cs typeface="Arial"/>
              </a:defRPr>
            </a:lvl1pPr>
          </a:lstStyle>
          <a:p>
            <a:pPr lvl="0"/>
            <a:endParaRPr lang="de-AT" dirty="0"/>
          </a:p>
        </p:txBody>
      </p:sp>
      <p:sp>
        <p:nvSpPr>
          <p:cNvPr id="25" name="Ellipse 24"/>
          <p:cNvSpPr/>
          <p:nvPr userDrawn="1"/>
        </p:nvSpPr>
        <p:spPr>
          <a:xfrm>
            <a:off x="809533" y="3195783"/>
            <a:ext cx="1427148" cy="1427148"/>
          </a:xfrm>
          <a:prstGeom prst="ellipse">
            <a:avLst/>
          </a:prstGeom>
          <a:noFill/>
          <a:ln w="57150" cmpd="dbl">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de-AT">
              <a:effectLst/>
            </a:endParaRPr>
          </a:p>
        </p:txBody>
      </p:sp>
      <p:sp>
        <p:nvSpPr>
          <p:cNvPr id="26" name="Bildplatzhalter 6"/>
          <p:cNvSpPr>
            <a:spLocks noGrp="1"/>
          </p:cNvSpPr>
          <p:nvPr>
            <p:ph type="pic" sz="quarter" idx="25"/>
          </p:nvPr>
        </p:nvSpPr>
        <p:spPr>
          <a:xfrm>
            <a:off x="846458" y="3233104"/>
            <a:ext cx="1350386" cy="1350392"/>
          </a:xfrm>
          <a:custGeom>
            <a:avLst/>
            <a:gdLst>
              <a:gd name="connsiteX0" fmla="*/ 0 w 1370013"/>
              <a:gd name="connsiteY0" fmla="*/ 0 h 1355725"/>
              <a:gd name="connsiteX1" fmla="*/ 1370013 w 1370013"/>
              <a:gd name="connsiteY1" fmla="*/ 0 h 1355725"/>
              <a:gd name="connsiteX2" fmla="*/ 1370013 w 1370013"/>
              <a:gd name="connsiteY2" fmla="*/ 1355725 h 1355725"/>
              <a:gd name="connsiteX3" fmla="*/ 0 w 1370013"/>
              <a:gd name="connsiteY3" fmla="*/ 1355725 h 1355725"/>
              <a:gd name="connsiteX4" fmla="*/ 0 w 1370013"/>
              <a:gd name="connsiteY4" fmla="*/ 0 h 1355725"/>
              <a:gd name="connsiteX0" fmla="*/ 0 w 1370013"/>
              <a:gd name="connsiteY0" fmla="*/ 0 h 1355725"/>
              <a:gd name="connsiteX1" fmla="*/ 1365250 w 1370013"/>
              <a:gd name="connsiteY1" fmla="*/ 723900 h 1355725"/>
              <a:gd name="connsiteX2" fmla="*/ 1370013 w 1370013"/>
              <a:gd name="connsiteY2" fmla="*/ 1355725 h 1355725"/>
              <a:gd name="connsiteX3" fmla="*/ 0 w 1370013"/>
              <a:gd name="connsiteY3" fmla="*/ 1355725 h 1355725"/>
              <a:gd name="connsiteX4" fmla="*/ 0 w 1370013"/>
              <a:gd name="connsiteY4" fmla="*/ 0 h 1355725"/>
              <a:gd name="connsiteX0" fmla="*/ 4763 w 1370013"/>
              <a:gd name="connsiteY0" fmla="*/ 0 h 641350"/>
              <a:gd name="connsiteX1" fmla="*/ 1365250 w 1370013"/>
              <a:gd name="connsiteY1" fmla="*/ 9525 h 641350"/>
              <a:gd name="connsiteX2" fmla="*/ 1370013 w 1370013"/>
              <a:gd name="connsiteY2" fmla="*/ 641350 h 641350"/>
              <a:gd name="connsiteX3" fmla="*/ 0 w 1370013"/>
              <a:gd name="connsiteY3" fmla="*/ 641350 h 641350"/>
              <a:gd name="connsiteX4" fmla="*/ 4763 w 1370013"/>
              <a:gd name="connsiteY4" fmla="*/ 0 h 641350"/>
              <a:gd name="connsiteX0" fmla="*/ 4763 w 1370013"/>
              <a:gd name="connsiteY0" fmla="*/ 595847 h 1237197"/>
              <a:gd name="connsiteX1" fmla="*/ 1365250 w 1370013"/>
              <a:gd name="connsiteY1" fmla="*/ 605372 h 1237197"/>
              <a:gd name="connsiteX2" fmla="*/ 1370013 w 1370013"/>
              <a:gd name="connsiteY2" fmla="*/ 1237197 h 1237197"/>
              <a:gd name="connsiteX3" fmla="*/ 0 w 1370013"/>
              <a:gd name="connsiteY3" fmla="*/ 1237197 h 1237197"/>
              <a:gd name="connsiteX4" fmla="*/ 4763 w 1370013"/>
              <a:gd name="connsiteY4" fmla="*/ 595847 h 1237197"/>
              <a:gd name="connsiteX0" fmla="*/ 4763 w 1370013"/>
              <a:gd name="connsiteY0" fmla="*/ 764647 h 1405997"/>
              <a:gd name="connsiteX1" fmla="*/ 1365250 w 1370013"/>
              <a:gd name="connsiteY1" fmla="*/ 774172 h 1405997"/>
              <a:gd name="connsiteX2" fmla="*/ 1370013 w 1370013"/>
              <a:gd name="connsiteY2" fmla="*/ 1405997 h 1405997"/>
              <a:gd name="connsiteX3" fmla="*/ 0 w 1370013"/>
              <a:gd name="connsiteY3" fmla="*/ 1405997 h 1405997"/>
              <a:gd name="connsiteX4" fmla="*/ 4763 w 1370013"/>
              <a:gd name="connsiteY4" fmla="*/ 764647 h 1405997"/>
              <a:gd name="connsiteX0" fmla="*/ 4763 w 1370013"/>
              <a:gd name="connsiteY0" fmla="*/ 716251 h 1357601"/>
              <a:gd name="connsiteX1" fmla="*/ 1365250 w 1370013"/>
              <a:gd name="connsiteY1" fmla="*/ 725776 h 1357601"/>
              <a:gd name="connsiteX2" fmla="*/ 1370013 w 1370013"/>
              <a:gd name="connsiteY2" fmla="*/ 1357601 h 1357601"/>
              <a:gd name="connsiteX3" fmla="*/ 0 w 1370013"/>
              <a:gd name="connsiteY3" fmla="*/ 1357601 h 1357601"/>
              <a:gd name="connsiteX4" fmla="*/ 4763 w 1370013"/>
              <a:gd name="connsiteY4" fmla="*/ 716251 h 1357601"/>
              <a:gd name="connsiteX0" fmla="*/ 211 w 1374986"/>
              <a:gd name="connsiteY0" fmla="*/ 716251 h 1357601"/>
              <a:gd name="connsiteX1" fmla="*/ 1370223 w 1374986"/>
              <a:gd name="connsiteY1" fmla="*/ 725776 h 1357601"/>
              <a:gd name="connsiteX2" fmla="*/ 1374986 w 1374986"/>
              <a:gd name="connsiteY2" fmla="*/ 1357601 h 1357601"/>
              <a:gd name="connsiteX3" fmla="*/ 4973 w 1374986"/>
              <a:gd name="connsiteY3" fmla="*/ 1357601 h 1357601"/>
              <a:gd name="connsiteX4" fmla="*/ 211 w 1374986"/>
              <a:gd name="connsiteY4" fmla="*/ 716251 h 1357601"/>
              <a:gd name="connsiteX0" fmla="*/ 0 w 1374775"/>
              <a:gd name="connsiteY0" fmla="*/ 716251 h 1357601"/>
              <a:gd name="connsiteX1" fmla="*/ 1370012 w 1374775"/>
              <a:gd name="connsiteY1" fmla="*/ 725776 h 1357601"/>
              <a:gd name="connsiteX2" fmla="*/ 1374775 w 1374775"/>
              <a:gd name="connsiteY2" fmla="*/ 1357601 h 1357601"/>
              <a:gd name="connsiteX3" fmla="*/ 4762 w 1374775"/>
              <a:gd name="connsiteY3" fmla="*/ 1357601 h 1357601"/>
              <a:gd name="connsiteX4" fmla="*/ 0 w 1374775"/>
              <a:gd name="connsiteY4" fmla="*/ 716251 h 1357601"/>
              <a:gd name="connsiteX0" fmla="*/ 0 w 1374775"/>
              <a:gd name="connsiteY0" fmla="*/ 686229 h 1327579"/>
              <a:gd name="connsiteX1" fmla="*/ 1370012 w 1374775"/>
              <a:gd name="connsiteY1" fmla="*/ 695754 h 1327579"/>
              <a:gd name="connsiteX2" fmla="*/ 1374775 w 1374775"/>
              <a:gd name="connsiteY2" fmla="*/ 1327579 h 1327579"/>
              <a:gd name="connsiteX3" fmla="*/ 4762 w 1374775"/>
              <a:gd name="connsiteY3" fmla="*/ 1327579 h 1327579"/>
              <a:gd name="connsiteX4" fmla="*/ 0 w 1374775"/>
              <a:gd name="connsiteY4" fmla="*/ 686229 h 1327579"/>
              <a:gd name="connsiteX0" fmla="*/ 0 w 1375266"/>
              <a:gd name="connsiteY0" fmla="*/ 707643 h 1348993"/>
              <a:gd name="connsiteX1" fmla="*/ 1370012 w 1375266"/>
              <a:gd name="connsiteY1" fmla="*/ 717168 h 1348993"/>
              <a:gd name="connsiteX2" fmla="*/ 1374775 w 1375266"/>
              <a:gd name="connsiteY2" fmla="*/ 1348993 h 1348993"/>
              <a:gd name="connsiteX3" fmla="*/ 4762 w 1375266"/>
              <a:gd name="connsiteY3" fmla="*/ 1348993 h 1348993"/>
              <a:gd name="connsiteX4" fmla="*/ 0 w 1375266"/>
              <a:gd name="connsiteY4" fmla="*/ 707643 h 1348993"/>
              <a:gd name="connsiteX0" fmla="*/ 0 w 1375506"/>
              <a:gd name="connsiteY0" fmla="*/ 713559 h 1354909"/>
              <a:gd name="connsiteX1" fmla="*/ 1370012 w 1375506"/>
              <a:gd name="connsiteY1" fmla="*/ 723084 h 1354909"/>
              <a:gd name="connsiteX2" fmla="*/ 1374775 w 1375506"/>
              <a:gd name="connsiteY2" fmla="*/ 1354909 h 1354909"/>
              <a:gd name="connsiteX3" fmla="*/ 4762 w 1375506"/>
              <a:gd name="connsiteY3" fmla="*/ 1354909 h 1354909"/>
              <a:gd name="connsiteX4" fmla="*/ 0 w 1375506"/>
              <a:gd name="connsiteY4" fmla="*/ 713559 h 1354909"/>
              <a:gd name="connsiteX0" fmla="*/ 0 w 1375468"/>
              <a:gd name="connsiteY0" fmla="*/ 697806 h 1339156"/>
              <a:gd name="connsiteX1" fmla="*/ 1370012 w 1375468"/>
              <a:gd name="connsiteY1" fmla="*/ 707331 h 1339156"/>
              <a:gd name="connsiteX2" fmla="*/ 1374775 w 1375468"/>
              <a:gd name="connsiteY2" fmla="*/ 1339156 h 1339156"/>
              <a:gd name="connsiteX3" fmla="*/ 4762 w 1375468"/>
              <a:gd name="connsiteY3" fmla="*/ 1339156 h 1339156"/>
              <a:gd name="connsiteX4" fmla="*/ 0 w 1375468"/>
              <a:gd name="connsiteY4" fmla="*/ 697806 h 1339156"/>
              <a:gd name="connsiteX0" fmla="*/ 0 w 1375430"/>
              <a:gd name="connsiteY0" fmla="*/ 705673 h 1347023"/>
              <a:gd name="connsiteX1" fmla="*/ 1370012 w 1375430"/>
              <a:gd name="connsiteY1" fmla="*/ 715198 h 1347023"/>
              <a:gd name="connsiteX2" fmla="*/ 1374775 w 1375430"/>
              <a:gd name="connsiteY2" fmla="*/ 1347023 h 1347023"/>
              <a:gd name="connsiteX3" fmla="*/ 4762 w 1375430"/>
              <a:gd name="connsiteY3" fmla="*/ 1347023 h 1347023"/>
              <a:gd name="connsiteX4" fmla="*/ 0 w 1375430"/>
              <a:gd name="connsiteY4" fmla="*/ 705673 h 1347023"/>
              <a:gd name="connsiteX0" fmla="*/ 0 w 1375929"/>
              <a:gd name="connsiteY0" fmla="*/ 701030 h 1342380"/>
              <a:gd name="connsiteX1" fmla="*/ 1370012 w 1375929"/>
              <a:gd name="connsiteY1" fmla="*/ 710555 h 1342380"/>
              <a:gd name="connsiteX2" fmla="*/ 1374775 w 1375929"/>
              <a:gd name="connsiteY2" fmla="*/ 1342380 h 1342380"/>
              <a:gd name="connsiteX3" fmla="*/ 4762 w 1375929"/>
              <a:gd name="connsiteY3" fmla="*/ 1342380 h 1342380"/>
              <a:gd name="connsiteX4" fmla="*/ 0 w 1375929"/>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1342380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093683"/>
              <a:gd name="connsiteX1" fmla="*/ 1370012 w 1376120"/>
              <a:gd name="connsiteY1" fmla="*/ 710555 h 1093683"/>
              <a:gd name="connsiteX2" fmla="*/ 1365119 w 1376120"/>
              <a:gd name="connsiteY2" fmla="*/ 744713 h 1093683"/>
              <a:gd name="connsiteX3" fmla="*/ 4762 w 1376120"/>
              <a:gd name="connsiteY3" fmla="*/ 735226 h 1093683"/>
              <a:gd name="connsiteX4" fmla="*/ 0 w 1376120"/>
              <a:gd name="connsiteY4" fmla="*/ 701030 h 1093683"/>
              <a:gd name="connsiteX0" fmla="*/ 0 w 1376120"/>
              <a:gd name="connsiteY0" fmla="*/ 701030 h 1329471"/>
              <a:gd name="connsiteX1" fmla="*/ 1370012 w 1376120"/>
              <a:gd name="connsiteY1" fmla="*/ 710555 h 1329471"/>
              <a:gd name="connsiteX2" fmla="*/ 1365119 w 1376120"/>
              <a:gd name="connsiteY2" fmla="*/ 744713 h 1329471"/>
              <a:gd name="connsiteX3" fmla="*/ 4762 w 1376120"/>
              <a:gd name="connsiteY3" fmla="*/ 735226 h 1329471"/>
              <a:gd name="connsiteX4" fmla="*/ 0 w 1376120"/>
              <a:gd name="connsiteY4" fmla="*/ 701030 h 1329471"/>
              <a:gd name="connsiteX0" fmla="*/ 0 w 1376120"/>
              <a:gd name="connsiteY0" fmla="*/ 701030 h 1325703"/>
              <a:gd name="connsiteX1" fmla="*/ 1370012 w 1376120"/>
              <a:gd name="connsiteY1" fmla="*/ 710555 h 1325703"/>
              <a:gd name="connsiteX2" fmla="*/ 1365119 w 1376120"/>
              <a:gd name="connsiteY2" fmla="*/ 744713 h 1325703"/>
              <a:gd name="connsiteX3" fmla="*/ 4762 w 1376120"/>
              <a:gd name="connsiteY3" fmla="*/ 735226 h 1325703"/>
              <a:gd name="connsiteX4" fmla="*/ 0 w 1376120"/>
              <a:gd name="connsiteY4" fmla="*/ 701030 h 1325703"/>
              <a:gd name="connsiteX0" fmla="*/ 4894 w 1371402"/>
              <a:gd name="connsiteY0" fmla="*/ 685781 h 1348401"/>
              <a:gd name="connsiteX1" fmla="*/ 1365250 w 1371402"/>
              <a:gd name="connsiteY1" fmla="*/ 733253 h 1348401"/>
              <a:gd name="connsiteX2" fmla="*/ 1360357 w 1371402"/>
              <a:gd name="connsiteY2" fmla="*/ 767411 h 1348401"/>
              <a:gd name="connsiteX3" fmla="*/ 0 w 1371402"/>
              <a:gd name="connsiteY3" fmla="*/ 757924 h 1348401"/>
              <a:gd name="connsiteX4" fmla="*/ 4894 w 1371402"/>
              <a:gd name="connsiteY4" fmla="*/ 685781 h 1348401"/>
              <a:gd name="connsiteX0" fmla="*/ 4894 w 1371007"/>
              <a:gd name="connsiteY0" fmla="*/ 628517 h 1291137"/>
              <a:gd name="connsiteX1" fmla="*/ 1365250 w 1371007"/>
              <a:gd name="connsiteY1" fmla="*/ 675989 h 1291137"/>
              <a:gd name="connsiteX2" fmla="*/ 1360357 w 1371007"/>
              <a:gd name="connsiteY2" fmla="*/ 710147 h 1291137"/>
              <a:gd name="connsiteX3" fmla="*/ 0 w 1371007"/>
              <a:gd name="connsiteY3" fmla="*/ 700660 h 1291137"/>
              <a:gd name="connsiteX4" fmla="*/ 4894 w 1371007"/>
              <a:gd name="connsiteY4" fmla="*/ 628517 h 1291137"/>
              <a:gd name="connsiteX0" fmla="*/ 4894 w 1369587"/>
              <a:gd name="connsiteY0" fmla="*/ 660164 h 1322784"/>
              <a:gd name="connsiteX1" fmla="*/ 1365250 w 1369587"/>
              <a:gd name="connsiteY1" fmla="*/ 707636 h 1322784"/>
              <a:gd name="connsiteX2" fmla="*/ 1360357 w 1369587"/>
              <a:gd name="connsiteY2" fmla="*/ 741794 h 1322784"/>
              <a:gd name="connsiteX3" fmla="*/ 0 w 1369587"/>
              <a:gd name="connsiteY3" fmla="*/ 732307 h 1322784"/>
              <a:gd name="connsiteX4" fmla="*/ 4894 w 1369587"/>
              <a:gd name="connsiteY4" fmla="*/ 660164 h 1322784"/>
              <a:gd name="connsiteX0" fmla="*/ 9722 w 1369602"/>
              <a:gd name="connsiteY0" fmla="*/ 660164 h 1322784"/>
              <a:gd name="connsiteX1" fmla="*/ 1365250 w 1369602"/>
              <a:gd name="connsiteY1" fmla="*/ 707636 h 1322784"/>
              <a:gd name="connsiteX2" fmla="*/ 1360357 w 1369602"/>
              <a:gd name="connsiteY2" fmla="*/ 741794 h 1322784"/>
              <a:gd name="connsiteX3" fmla="*/ 0 w 1369602"/>
              <a:gd name="connsiteY3" fmla="*/ 732307 h 1322784"/>
              <a:gd name="connsiteX4" fmla="*/ 9722 w 1369602"/>
              <a:gd name="connsiteY4" fmla="*/ 660164 h 1322784"/>
              <a:gd name="connsiteX0" fmla="*/ 66 w 1359946"/>
              <a:gd name="connsiteY0" fmla="*/ 660164 h 1322784"/>
              <a:gd name="connsiteX1" fmla="*/ 1355594 w 1359946"/>
              <a:gd name="connsiteY1" fmla="*/ 707636 h 1322784"/>
              <a:gd name="connsiteX2" fmla="*/ 1350701 w 1359946"/>
              <a:gd name="connsiteY2" fmla="*/ 741794 h 1322784"/>
              <a:gd name="connsiteX3" fmla="*/ 0 w 1359946"/>
              <a:gd name="connsiteY3" fmla="*/ 732307 h 1322784"/>
              <a:gd name="connsiteX4" fmla="*/ 66 w 1359946"/>
              <a:gd name="connsiteY4" fmla="*/ 660164 h 1322784"/>
              <a:gd name="connsiteX0" fmla="*/ 66 w 1388823"/>
              <a:gd name="connsiteY0" fmla="*/ 668497 h 1331117"/>
              <a:gd name="connsiteX1" fmla="*/ 1384561 w 1388823"/>
              <a:gd name="connsiteY1" fmla="*/ 696995 h 1331117"/>
              <a:gd name="connsiteX2" fmla="*/ 1350701 w 1388823"/>
              <a:gd name="connsiteY2" fmla="*/ 750127 h 1331117"/>
              <a:gd name="connsiteX3" fmla="*/ 0 w 1388823"/>
              <a:gd name="connsiteY3" fmla="*/ 740640 h 1331117"/>
              <a:gd name="connsiteX4" fmla="*/ 66 w 1388823"/>
              <a:gd name="connsiteY4" fmla="*/ 668497 h 1331117"/>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357878"/>
              <a:gd name="connsiteX1" fmla="*/ 1384561 w 1388823"/>
              <a:gd name="connsiteY1" fmla="*/ 696995 h 1357878"/>
              <a:gd name="connsiteX2" fmla="*/ 1336218 w 1388823"/>
              <a:gd name="connsiteY2" fmla="*/ 939864 h 1357878"/>
              <a:gd name="connsiteX3" fmla="*/ 0 w 1388823"/>
              <a:gd name="connsiteY3" fmla="*/ 740640 h 1357878"/>
              <a:gd name="connsiteX4" fmla="*/ 66 w 1388823"/>
              <a:gd name="connsiteY4" fmla="*/ 668497 h 1357878"/>
              <a:gd name="connsiteX0" fmla="*/ 4893 w 1393650"/>
              <a:gd name="connsiteY0" fmla="*/ 668497 h 1394664"/>
              <a:gd name="connsiteX1" fmla="*/ 1389388 w 1393650"/>
              <a:gd name="connsiteY1" fmla="*/ 696995 h 1394664"/>
              <a:gd name="connsiteX2" fmla="*/ 1341045 w 1393650"/>
              <a:gd name="connsiteY2" fmla="*/ 939864 h 1394664"/>
              <a:gd name="connsiteX3" fmla="*/ 0 w 1393650"/>
              <a:gd name="connsiteY3" fmla="*/ 811792 h 1394664"/>
              <a:gd name="connsiteX4" fmla="*/ 4893 w 1393650"/>
              <a:gd name="connsiteY4" fmla="*/ 668497 h 1394664"/>
              <a:gd name="connsiteX0" fmla="*/ 4893 w 1393650"/>
              <a:gd name="connsiteY0" fmla="*/ 668497 h 1354383"/>
              <a:gd name="connsiteX1" fmla="*/ 1389388 w 1393650"/>
              <a:gd name="connsiteY1" fmla="*/ 696995 h 1354383"/>
              <a:gd name="connsiteX2" fmla="*/ 1341045 w 1393650"/>
              <a:gd name="connsiteY2" fmla="*/ 939864 h 1354383"/>
              <a:gd name="connsiteX3" fmla="*/ 0 w 1393650"/>
              <a:gd name="connsiteY3" fmla="*/ 811792 h 1354383"/>
              <a:gd name="connsiteX4" fmla="*/ 4893 w 1393650"/>
              <a:gd name="connsiteY4" fmla="*/ 668497 h 1354383"/>
              <a:gd name="connsiteX0" fmla="*/ 5330 w 1394087"/>
              <a:gd name="connsiteY0" fmla="*/ 668497 h 1354383"/>
              <a:gd name="connsiteX1" fmla="*/ 1389825 w 1394087"/>
              <a:gd name="connsiteY1" fmla="*/ 696995 h 1354383"/>
              <a:gd name="connsiteX2" fmla="*/ 1341482 w 1394087"/>
              <a:gd name="connsiteY2" fmla="*/ 939864 h 1354383"/>
              <a:gd name="connsiteX3" fmla="*/ 437 w 1394087"/>
              <a:gd name="connsiteY3" fmla="*/ 811792 h 1354383"/>
              <a:gd name="connsiteX4" fmla="*/ 5330 w 1394087"/>
              <a:gd name="connsiteY4" fmla="*/ 668497 h 1354383"/>
              <a:gd name="connsiteX0" fmla="*/ 0 w 1408010"/>
              <a:gd name="connsiteY0" fmla="*/ 654008 h 1373097"/>
              <a:gd name="connsiteX1" fmla="*/ 1403806 w 1408010"/>
              <a:gd name="connsiteY1" fmla="*/ 715709 h 1373097"/>
              <a:gd name="connsiteX2" fmla="*/ 1355463 w 1408010"/>
              <a:gd name="connsiteY2" fmla="*/ 958578 h 1373097"/>
              <a:gd name="connsiteX3" fmla="*/ 14418 w 1408010"/>
              <a:gd name="connsiteY3" fmla="*/ 830506 h 1373097"/>
              <a:gd name="connsiteX4" fmla="*/ 0 w 1408010"/>
              <a:gd name="connsiteY4" fmla="*/ 654008 h 1373097"/>
              <a:gd name="connsiteX0" fmla="*/ 0 w 1408096"/>
              <a:gd name="connsiteY0" fmla="*/ 640544 h 1359633"/>
              <a:gd name="connsiteX1" fmla="*/ 1403806 w 1408096"/>
              <a:gd name="connsiteY1" fmla="*/ 702245 h 1359633"/>
              <a:gd name="connsiteX2" fmla="*/ 1355463 w 1408096"/>
              <a:gd name="connsiteY2" fmla="*/ 945114 h 1359633"/>
              <a:gd name="connsiteX3" fmla="*/ 14418 w 1408096"/>
              <a:gd name="connsiteY3" fmla="*/ 817042 h 1359633"/>
              <a:gd name="connsiteX4" fmla="*/ 0 w 1408096"/>
              <a:gd name="connsiteY4" fmla="*/ 640544 h 1359633"/>
              <a:gd name="connsiteX0" fmla="*/ 0 w 1404766"/>
              <a:gd name="connsiteY0" fmla="*/ 643774 h 1362863"/>
              <a:gd name="connsiteX1" fmla="*/ 1403806 w 1404766"/>
              <a:gd name="connsiteY1" fmla="*/ 705475 h 1362863"/>
              <a:gd name="connsiteX2" fmla="*/ 1355463 w 1404766"/>
              <a:gd name="connsiteY2" fmla="*/ 948344 h 1362863"/>
              <a:gd name="connsiteX3" fmla="*/ 14418 w 1404766"/>
              <a:gd name="connsiteY3" fmla="*/ 820272 h 1362863"/>
              <a:gd name="connsiteX4" fmla="*/ 0 w 1404766"/>
              <a:gd name="connsiteY4" fmla="*/ 643774 h 1362863"/>
              <a:gd name="connsiteX0" fmla="*/ 0 w 1399638"/>
              <a:gd name="connsiteY0" fmla="*/ 642622 h 1361711"/>
              <a:gd name="connsiteX1" fmla="*/ 1398433 w 1399638"/>
              <a:gd name="connsiteY1" fmla="*/ 706963 h 1361711"/>
              <a:gd name="connsiteX2" fmla="*/ 1355463 w 1399638"/>
              <a:gd name="connsiteY2" fmla="*/ 947192 h 1361711"/>
              <a:gd name="connsiteX3" fmla="*/ 14418 w 1399638"/>
              <a:gd name="connsiteY3" fmla="*/ 819120 h 1361711"/>
              <a:gd name="connsiteX4" fmla="*/ 0 w 1399638"/>
              <a:gd name="connsiteY4" fmla="*/ 642622 h 1361711"/>
              <a:gd name="connsiteX0" fmla="*/ 0 w 1400799"/>
              <a:gd name="connsiteY0" fmla="*/ 642622 h 1361711"/>
              <a:gd name="connsiteX1" fmla="*/ 1398433 w 1400799"/>
              <a:gd name="connsiteY1" fmla="*/ 706963 h 1361711"/>
              <a:gd name="connsiteX2" fmla="*/ 1355463 w 1400799"/>
              <a:gd name="connsiteY2" fmla="*/ 947192 h 1361711"/>
              <a:gd name="connsiteX3" fmla="*/ 14418 w 1400799"/>
              <a:gd name="connsiteY3" fmla="*/ 819120 h 1361711"/>
              <a:gd name="connsiteX4" fmla="*/ 0 w 1400799"/>
              <a:gd name="connsiteY4" fmla="*/ 642622 h 1361711"/>
              <a:gd name="connsiteX0" fmla="*/ 0 w 1400799"/>
              <a:gd name="connsiteY0" fmla="*/ 642622 h 1360734"/>
              <a:gd name="connsiteX1" fmla="*/ 1398433 w 1400799"/>
              <a:gd name="connsiteY1" fmla="*/ 706963 h 1360734"/>
              <a:gd name="connsiteX2" fmla="*/ 1355463 w 1400799"/>
              <a:gd name="connsiteY2" fmla="*/ 947192 h 1360734"/>
              <a:gd name="connsiteX3" fmla="*/ 14418 w 1400799"/>
              <a:gd name="connsiteY3" fmla="*/ 819120 h 1360734"/>
              <a:gd name="connsiteX4" fmla="*/ 0 w 1400799"/>
              <a:gd name="connsiteY4" fmla="*/ 642622 h 1360734"/>
              <a:gd name="connsiteX0" fmla="*/ 0 w 1400799"/>
              <a:gd name="connsiteY0" fmla="*/ 642622 h 1347487"/>
              <a:gd name="connsiteX1" fmla="*/ 1398433 w 1400799"/>
              <a:gd name="connsiteY1" fmla="*/ 706963 h 1347487"/>
              <a:gd name="connsiteX2" fmla="*/ 1355463 w 1400799"/>
              <a:gd name="connsiteY2" fmla="*/ 947192 h 1347487"/>
              <a:gd name="connsiteX3" fmla="*/ 17104 w 1400799"/>
              <a:gd name="connsiteY3" fmla="*/ 792723 h 1347487"/>
              <a:gd name="connsiteX4" fmla="*/ 0 w 1400799"/>
              <a:gd name="connsiteY4" fmla="*/ 642622 h 1347487"/>
              <a:gd name="connsiteX0" fmla="*/ 0 w 1400799"/>
              <a:gd name="connsiteY0" fmla="*/ 642622 h 1356367"/>
              <a:gd name="connsiteX1" fmla="*/ 1398433 w 1400799"/>
              <a:gd name="connsiteY1" fmla="*/ 706963 h 1356367"/>
              <a:gd name="connsiteX2" fmla="*/ 1355463 w 1400799"/>
              <a:gd name="connsiteY2" fmla="*/ 947192 h 1356367"/>
              <a:gd name="connsiteX3" fmla="*/ 17104 w 1400799"/>
              <a:gd name="connsiteY3" fmla="*/ 792723 h 1356367"/>
              <a:gd name="connsiteX4" fmla="*/ 0 w 1400799"/>
              <a:gd name="connsiteY4" fmla="*/ 642622 h 1356367"/>
              <a:gd name="connsiteX0" fmla="*/ 12758 w 1384003"/>
              <a:gd name="connsiteY0" fmla="*/ 580396 h 1447249"/>
              <a:gd name="connsiteX1" fmla="*/ 1381637 w 1384003"/>
              <a:gd name="connsiteY1" fmla="*/ 797845 h 1447249"/>
              <a:gd name="connsiteX2" fmla="*/ 1338667 w 1384003"/>
              <a:gd name="connsiteY2" fmla="*/ 1038074 h 1447249"/>
              <a:gd name="connsiteX3" fmla="*/ 308 w 1384003"/>
              <a:gd name="connsiteY3" fmla="*/ 883605 h 1447249"/>
              <a:gd name="connsiteX4" fmla="*/ 12758 w 1384003"/>
              <a:gd name="connsiteY4" fmla="*/ 580396 h 1447249"/>
              <a:gd name="connsiteX0" fmla="*/ 13072 w 1384317"/>
              <a:gd name="connsiteY0" fmla="*/ 580396 h 1447249"/>
              <a:gd name="connsiteX1" fmla="*/ 1381951 w 1384317"/>
              <a:gd name="connsiteY1" fmla="*/ 797845 h 1447249"/>
              <a:gd name="connsiteX2" fmla="*/ 1338981 w 1384317"/>
              <a:gd name="connsiteY2" fmla="*/ 1038074 h 1447249"/>
              <a:gd name="connsiteX3" fmla="*/ 622 w 1384317"/>
              <a:gd name="connsiteY3" fmla="*/ 883605 h 1447249"/>
              <a:gd name="connsiteX4" fmla="*/ 13072 w 1384317"/>
              <a:gd name="connsiteY4" fmla="*/ 580396 h 1447249"/>
              <a:gd name="connsiteX0" fmla="*/ 26189 w 1383999"/>
              <a:gd name="connsiteY0" fmla="*/ 575445 h 1455497"/>
              <a:gd name="connsiteX1" fmla="*/ 1381633 w 1383999"/>
              <a:gd name="connsiteY1" fmla="*/ 806093 h 1455497"/>
              <a:gd name="connsiteX2" fmla="*/ 1338663 w 1383999"/>
              <a:gd name="connsiteY2" fmla="*/ 1046322 h 1455497"/>
              <a:gd name="connsiteX3" fmla="*/ 304 w 1383999"/>
              <a:gd name="connsiteY3" fmla="*/ 891853 h 1455497"/>
              <a:gd name="connsiteX4" fmla="*/ 26189 w 1383999"/>
              <a:gd name="connsiteY4" fmla="*/ 575445 h 1455497"/>
              <a:gd name="connsiteX0" fmla="*/ 26317 w 1384127"/>
              <a:gd name="connsiteY0" fmla="*/ 575445 h 1455497"/>
              <a:gd name="connsiteX1" fmla="*/ 1381761 w 1384127"/>
              <a:gd name="connsiteY1" fmla="*/ 806093 h 1455497"/>
              <a:gd name="connsiteX2" fmla="*/ 1338791 w 1384127"/>
              <a:gd name="connsiteY2" fmla="*/ 1046322 h 1455497"/>
              <a:gd name="connsiteX3" fmla="*/ 432 w 1384127"/>
              <a:gd name="connsiteY3" fmla="*/ 891853 h 1455497"/>
              <a:gd name="connsiteX4" fmla="*/ 26317 w 1384127"/>
              <a:gd name="connsiteY4" fmla="*/ 575445 h 1455497"/>
              <a:gd name="connsiteX0" fmla="*/ 26317 w 1384127"/>
              <a:gd name="connsiteY0" fmla="*/ 468636 h 1348688"/>
              <a:gd name="connsiteX1" fmla="*/ 1381761 w 1384127"/>
              <a:gd name="connsiteY1" fmla="*/ 699284 h 1348688"/>
              <a:gd name="connsiteX2" fmla="*/ 1338791 w 1384127"/>
              <a:gd name="connsiteY2" fmla="*/ 939513 h 1348688"/>
              <a:gd name="connsiteX3" fmla="*/ 432 w 1384127"/>
              <a:gd name="connsiteY3" fmla="*/ 785044 h 1348688"/>
              <a:gd name="connsiteX4" fmla="*/ 26317 w 1384127"/>
              <a:gd name="connsiteY4" fmla="*/ 468636 h 1348688"/>
              <a:gd name="connsiteX0" fmla="*/ 26317 w 1384127"/>
              <a:gd name="connsiteY0" fmla="*/ 474629 h 1354681"/>
              <a:gd name="connsiteX1" fmla="*/ 1381761 w 1384127"/>
              <a:gd name="connsiteY1" fmla="*/ 705277 h 1354681"/>
              <a:gd name="connsiteX2" fmla="*/ 1338791 w 1384127"/>
              <a:gd name="connsiteY2" fmla="*/ 945506 h 1354681"/>
              <a:gd name="connsiteX3" fmla="*/ 432 w 1384127"/>
              <a:gd name="connsiteY3" fmla="*/ 791037 h 1354681"/>
              <a:gd name="connsiteX4" fmla="*/ 26317 w 1384127"/>
              <a:gd name="connsiteY4" fmla="*/ 474629 h 1354681"/>
              <a:gd name="connsiteX0" fmla="*/ 26317 w 1384127"/>
              <a:gd name="connsiteY0" fmla="*/ 466934 h 1346986"/>
              <a:gd name="connsiteX1" fmla="*/ 1381761 w 1384127"/>
              <a:gd name="connsiteY1" fmla="*/ 697582 h 1346986"/>
              <a:gd name="connsiteX2" fmla="*/ 1338791 w 1384127"/>
              <a:gd name="connsiteY2" fmla="*/ 937811 h 1346986"/>
              <a:gd name="connsiteX3" fmla="*/ 432 w 1384127"/>
              <a:gd name="connsiteY3" fmla="*/ 783342 h 1346986"/>
              <a:gd name="connsiteX4" fmla="*/ 26317 w 1384127"/>
              <a:gd name="connsiteY4" fmla="*/ 466934 h 1346986"/>
              <a:gd name="connsiteX0" fmla="*/ 26317 w 1384127"/>
              <a:gd name="connsiteY0" fmla="*/ 463881 h 1343933"/>
              <a:gd name="connsiteX1" fmla="*/ 1381761 w 1384127"/>
              <a:gd name="connsiteY1" fmla="*/ 694529 h 1343933"/>
              <a:gd name="connsiteX2" fmla="*/ 1338791 w 1384127"/>
              <a:gd name="connsiteY2" fmla="*/ 934758 h 1343933"/>
              <a:gd name="connsiteX3" fmla="*/ 432 w 1384127"/>
              <a:gd name="connsiteY3" fmla="*/ 780289 h 1343933"/>
              <a:gd name="connsiteX4" fmla="*/ 26317 w 1384127"/>
              <a:gd name="connsiteY4" fmla="*/ 463881 h 1343933"/>
              <a:gd name="connsiteX0" fmla="*/ 26317 w 1395853"/>
              <a:gd name="connsiteY0" fmla="*/ 460078 h 1340130"/>
              <a:gd name="connsiteX1" fmla="*/ 1394912 w 1395853"/>
              <a:gd name="connsiteY1" fmla="*/ 700234 h 1340130"/>
              <a:gd name="connsiteX2" fmla="*/ 1338791 w 1395853"/>
              <a:gd name="connsiteY2" fmla="*/ 930955 h 1340130"/>
              <a:gd name="connsiteX3" fmla="*/ 432 w 1395853"/>
              <a:gd name="connsiteY3" fmla="*/ 776486 h 1340130"/>
              <a:gd name="connsiteX4" fmla="*/ 26317 w 1395853"/>
              <a:gd name="connsiteY4" fmla="*/ 460078 h 1340130"/>
              <a:gd name="connsiteX0" fmla="*/ 25885 w 1395421"/>
              <a:gd name="connsiteY0" fmla="*/ 460078 h 1340130"/>
              <a:gd name="connsiteX1" fmla="*/ 1394480 w 1395421"/>
              <a:gd name="connsiteY1" fmla="*/ 700234 h 1340130"/>
              <a:gd name="connsiteX2" fmla="*/ 1338359 w 1395421"/>
              <a:gd name="connsiteY2" fmla="*/ 930955 h 1340130"/>
              <a:gd name="connsiteX3" fmla="*/ 0 w 1395421"/>
              <a:gd name="connsiteY3" fmla="*/ 776486 h 1340130"/>
              <a:gd name="connsiteX4" fmla="*/ 25885 w 1395421"/>
              <a:gd name="connsiteY4" fmla="*/ 460078 h 1340130"/>
              <a:gd name="connsiteX0" fmla="*/ 42324 w 1395421"/>
              <a:gd name="connsiteY0" fmla="*/ 456316 h 1345876"/>
              <a:gd name="connsiteX1" fmla="*/ 1394480 w 1395421"/>
              <a:gd name="connsiteY1" fmla="*/ 705980 h 1345876"/>
              <a:gd name="connsiteX2" fmla="*/ 1338359 w 1395421"/>
              <a:gd name="connsiteY2" fmla="*/ 936701 h 1345876"/>
              <a:gd name="connsiteX3" fmla="*/ 0 w 1395421"/>
              <a:gd name="connsiteY3" fmla="*/ 782232 h 1345876"/>
              <a:gd name="connsiteX4" fmla="*/ 42324 w 1395421"/>
              <a:gd name="connsiteY4" fmla="*/ 456316 h 1345876"/>
              <a:gd name="connsiteX0" fmla="*/ 42324 w 1395421"/>
              <a:gd name="connsiteY0" fmla="*/ 460311 h 1349871"/>
              <a:gd name="connsiteX1" fmla="*/ 1394480 w 1395421"/>
              <a:gd name="connsiteY1" fmla="*/ 709975 h 1349871"/>
              <a:gd name="connsiteX2" fmla="*/ 1338359 w 1395421"/>
              <a:gd name="connsiteY2" fmla="*/ 940696 h 1349871"/>
              <a:gd name="connsiteX3" fmla="*/ 0 w 1395421"/>
              <a:gd name="connsiteY3" fmla="*/ 786227 h 1349871"/>
              <a:gd name="connsiteX4" fmla="*/ 42324 w 1395421"/>
              <a:gd name="connsiteY4" fmla="*/ 460311 h 1349871"/>
              <a:gd name="connsiteX0" fmla="*/ 42324 w 1395421"/>
              <a:gd name="connsiteY0" fmla="*/ 457648 h 1347208"/>
              <a:gd name="connsiteX1" fmla="*/ 1394480 w 1395421"/>
              <a:gd name="connsiteY1" fmla="*/ 707312 h 1347208"/>
              <a:gd name="connsiteX2" fmla="*/ 1338359 w 1395421"/>
              <a:gd name="connsiteY2" fmla="*/ 938033 h 1347208"/>
              <a:gd name="connsiteX3" fmla="*/ 0 w 1395421"/>
              <a:gd name="connsiteY3" fmla="*/ 783564 h 1347208"/>
              <a:gd name="connsiteX4" fmla="*/ 42324 w 1395421"/>
              <a:gd name="connsiteY4" fmla="*/ 457648 h 1347208"/>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39036 w 1395421"/>
              <a:gd name="connsiteY0" fmla="*/ 447832 h 1362746"/>
              <a:gd name="connsiteX1" fmla="*/ 1394480 w 1395421"/>
              <a:gd name="connsiteY1" fmla="*/ 722850 h 1362746"/>
              <a:gd name="connsiteX2" fmla="*/ 1338359 w 1395421"/>
              <a:gd name="connsiteY2" fmla="*/ 953571 h 1362746"/>
              <a:gd name="connsiteX3" fmla="*/ 0 w 1395421"/>
              <a:gd name="connsiteY3" fmla="*/ 799102 h 1362746"/>
              <a:gd name="connsiteX4" fmla="*/ 39036 w 1395421"/>
              <a:gd name="connsiteY4" fmla="*/ 447832 h 1362746"/>
              <a:gd name="connsiteX0" fmla="*/ 39036 w 1395421"/>
              <a:gd name="connsiteY0" fmla="*/ 433087 h 1348001"/>
              <a:gd name="connsiteX1" fmla="*/ 1394480 w 1395421"/>
              <a:gd name="connsiteY1" fmla="*/ 708105 h 1348001"/>
              <a:gd name="connsiteX2" fmla="*/ 1338359 w 1395421"/>
              <a:gd name="connsiteY2" fmla="*/ 938826 h 1348001"/>
              <a:gd name="connsiteX3" fmla="*/ 0 w 1395421"/>
              <a:gd name="connsiteY3" fmla="*/ 784357 h 1348001"/>
              <a:gd name="connsiteX4" fmla="*/ 39036 w 1395421"/>
              <a:gd name="connsiteY4" fmla="*/ 433087 h 1348001"/>
              <a:gd name="connsiteX0" fmla="*/ 41940 w 1398325"/>
              <a:gd name="connsiteY0" fmla="*/ 433087 h 1348001"/>
              <a:gd name="connsiteX1" fmla="*/ 1397384 w 1398325"/>
              <a:gd name="connsiteY1" fmla="*/ 708105 h 1348001"/>
              <a:gd name="connsiteX2" fmla="*/ 1341263 w 1398325"/>
              <a:gd name="connsiteY2" fmla="*/ 938826 h 1348001"/>
              <a:gd name="connsiteX3" fmla="*/ 2904 w 1398325"/>
              <a:gd name="connsiteY3" fmla="*/ 784357 h 1348001"/>
              <a:gd name="connsiteX4" fmla="*/ 41940 w 1398325"/>
              <a:gd name="connsiteY4" fmla="*/ 433087 h 134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325" h="1348001">
                <a:moveTo>
                  <a:pt x="41940" y="433087"/>
                </a:moveTo>
                <a:cubicBezTo>
                  <a:pt x="356074" y="-265149"/>
                  <a:pt x="1414477" y="-79963"/>
                  <a:pt x="1397384" y="708105"/>
                </a:cubicBezTo>
                <a:cubicBezTo>
                  <a:pt x="1401659" y="712808"/>
                  <a:pt x="1392780" y="808856"/>
                  <a:pt x="1341263" y="938826"/>
                </a:cubicBezTo>
                <a:cubicBezTo>
                  <a:pt x="1159695" y="1431081"/>
                  <a:pt x="216547" y="1589193"/>
                  <a:pt x="2904" y="784357"/>
                </a:cubicBezTo>
                <a:cubicBezTo>
                  <a:pt x="-6912" y="577148"/>
                  <a:pt x="8657" y="576976"/>
                  <a:pt x="41940" y="433087"/>
                </a:cubicBezTo>
                <a:close/>
              </a:path>
            </a:pathLst>
          </a:custGeom>
        </p:spPr>
        <p:txBody>
          <a:bodyPr/>
          <a:lstStyle>
            <a:lvl1pPr>
              <a:defRPr sz="1100">
                <a:latin typeface="Arial" panose="020B0604020202020204" pitchFamily="34" charset="0"/>
                <a:cs typeface="Arial" panose="020B0604020202020204" pitchFamily="34" charset="0"/>
              </a:defRPr>
            </a:lvl1pPr>
          </a:lstStyle>
          <a:p>
            <a:endParaRPr lang="de-AT" dirty="0"/>
          </a:p>
        </p:txBody>
      </p:sp>
      <p:sp>
        <p:nvSpPr>
          <p:cNvPr id="27" name="Ellipse 26"/>
          <p:cNvSpPr/>
          <p:nvPr userDrawn="1"/>
        </p:nvSpPr>
        <p:spPr>
          <a:xfrm>
            <a:off x="813064" y="4804541"/>
            <a:ext cx="1427148" cy="1427148"/>
          </a:xfrm>
          <a:prstGeom prst="ellipse">
            <a:avLst/>
          </a:prstGeom>
          <a:noFill/>
          <a:ln w="57150" cmpd="dbl">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de-AT">
              <a:effectLst/>
            </a:endParaRPr>
          </a:p>
        </p:txBody>
      </p:sp>
      <p:sp>
        <p:nvSpPr>
          <p:cNvPr id="28" name="Bildplatzhalter 6"/>
          <p:cNvSpPr>
            <a:spLocks noGrp="1"/>
          </p:cNvSpPr>
          <p:nvPr>
            <p:ph type="pic" sz="quarter" idx="26"/>
          </p:nvPr>
        </p:nvSpPr>
        <p:spPr>
          <a:xfrm>
            <a:off x="849989" y="4841862"/>
            <a:ext cx="1350386" cy="1350392"/>
          </a:xfrm>
          <a:custGeom>
            <a:avLst/>
            <a:gdLst>
              <a:gd name="connsiteX0" fmla="*/ 0 w 1370013"/>
              <a:gd name="connsiteY0" fmla="*/ 0 h 1355725"/>
              <a:gd name="connsiteX1" fmla="*/ 1370013 w 1370013"/>
              <a:gd name="connsiteY1" fmla="*/ 0 h 1355725"/>
              <a:gd name="connsiteX2" fmla="*/ 1370013 w 1370013"/>
              <a:gd name="connsiteY2" fmla="*/ 1355725 h 1355725"/>
              <a:gd name="connsiteX3" fmla="*/ 0 w 1370013"/>
              <a:gd name="connsiteY3" fmla="*/ 1355725 h 1355725"/>
              <a:gd name="connsiteX4" fmla="*/ 0 w 1370013"/>
              <a:gd name="connsiteY4" fmla="*/ 0 h 1355725"/>
              <a:gd name="connsiteX0" fmla="*/ 0 w 1370013"/>
              <a:gd name="connsiteY0" fmla="*/ 0 h 1355725"/>
              <a:gd name="connsiteX1" fmla="*/ 1365250 w 1370013"/>
              <a:gd name="connsiteY1" fmla="*/ 723900 h 1355725"/>
              <a:gd name="connsiteX2" fmla="*/ 1370013 w 1370013"/>
              <a:gd name="connsiteY2" fmla="*/ 1355725 h 1355725"/>
              <a:gd name="connsiteX3" fmla="*/ 0 w 1370013"/>
              <a:gd name="connsiteY3" fmla="*/ 1355725 h 1355725"/>
              <a:gd name="connsiteX4" fmla="*/ 0 w 1370013"/>
              <a:gd name="connsiteY4" fmla="*/ 0 h 1355725"/>
              <a:gd name="connsiteX0" fmla="*/ 4763 w 1370013"/>
              <a:gd name="connsiteY0" fmla="*/ 0 h 641350"/>
              <a:gd name="connsiteX1" fmla="*/ 1365250 w 1370013"/>
              <a:gd name="connsiteY1" fmla="*/ 9525 h 641350"/>
              <a:gd name="connsiteX2" fmla="*/ 1370013 w 1370013"/>
              <a:gd name="connsiteY2" fmla="*/ 641350 h 641350"/>
              <a:gd name="connsiteX3" fmla="*/ 0 w 1370013"/>
              <a:gd name="connsiteY3" fmla="*/ 641350 h 641350"/>
              <a:gd name="connsiteX4" fmla="*/ 4763 w 1370013"/>
              <a:gd name="connsiteY4" fmla="*/ 0 h 641350"/>
              <a:gd name="connsiteX0" fmla="*/ 4763 w 1370013"/>
              <a:gd name="connsiteY0" fmla="*/ 595847 h 1237197"/>
              <a:gd name="connsiteX1" fmla="*/ 1365250 w 1370013"/>
              <a:gd name="connsiteY1" fmla="*/ 605372 h 1237197"/>
              <a:gd name="connsiteX2" fmla="*/ 1370013 w 1370013"/>
              <a:gd name="connsiteY2" fmla="*/ 1237197 h 1237197"/>
              <a:gd name="connsiteX3" fmla="*/ 0 w 1370013"/>
              <a:gd name="connsiteY3" fmla="*/ 1237197 h 1237197"/>
              <a:gd name="connsiteX4" fmla="*/ 4763 w 1370013"/>
              <a:gd name="connsiteY4" fmla="*/ 595847 h 1237197"/>
              <a:gd name="connsiteX0" fmla="*/ 4763 w 1370013"/>
              <a:gd name="connsiteY0" fmla="*/ 764647 h 1405997"/>
              <a:gd name="connsiteX1" fmla="*/ 1365250 w 1370013"/>
              <a:gd name="connsiteY1" fmla="*/ 774172 h 1405997"/>
              <a:gd name="connsiteX2" fmla="*/ 1370013 w 1370013"/>
              <a:gd name="connsiteY2" fmla="*/ 1405997 h 1405997"/>
              <a:gd name="connsiteX3" fmla="*/ 0 w 1370013"/>
              <a:gd name="connsiteY3" fmla="*/ 1405997 h 1405997"/>
              <a:gd name="connsiteX4" fmla="*/ 4763 w 1370013"/>
              <a:gd name="connsiteY4" fmla="*/ 764647 h 1405997"/>
              <a:gd name="connsiteX0" fmla="*/ 4763 w 1370013"/>
              <a:gd name="connsiteY0" fmla="*/ 716251 h 1357601"/>
              <a:gd name="connsiteX1" fmla="*/ 1365250 w 1370013"/>
              <a:gd name="connsiteY1" fmla="*/ 725776 h 1357601"/>
              <a:gd name="connsiteX2" fmla="*/ 1370013 w 1370013"/>
              <a:gd name="connsiteY2" fmla="*/ 1357601 h 1357601"/>
              <a:gd name="connsiteX3" fmla="*/ 0 w 1370013"/>
              <a:gd name="connsiteY3" fmla="*/ 1357601 h 1357601"/>
              <a:gd name="connsiteX4" fmla="*/ 4763 w 1370013"/>
              <a:gd name="connsiteY4" fmla="*/ 716251 h 1357601"/>
              <a:gd name="connsiteX0" fmla="*/ 211 w 1374986"/>
              <a:gd name="connsiteY0" fmla="*/ 716251 h 1357601"/>
              <a:gd name="connsiteX1" fmla="*/ 1370223 w 1374986"/>
              <a:gd name="connsiteY1" fmla="*/ 725776 h 1357601"/>
              <a:gd name="connsiteX2" fmla="*/ 1374986 w 1374986"/>
              <a:gd name="connsiteY2" fmla="*/ 1357601 h 1357601"/>
              <a:gd name="connsiteX3" fmla="*/ 4973 w 1374986"/>
              <a:gd name="connsiteY3" fmla="*/ 1357601 h 1357601"/>
              <a:gd name="connsiteX4" fmla="*/ 211 w 1374986"/>
              <a:gd name="connsiteY4" fmla="*/ 716251 h 1357601"/>
              <a:gd name="connsiteX0" fmla="*/ 0 w 1374775"/>
              <a:gd name="connsiteY0" fmla="*/ 716251 h 1357601"/>
              <a:gd name="connsiteX1" fmla="*/ 1370012 w 1374775"/>
              <a:gd name="connsiteY1" fmla="*/ 725776 h 1357601"/>
              <a:gd name="connsiteX2" fmla="*/ 1374775 w 1374775"/>
              <a:gd name="connsiteY2" fmla="*/ 1357601 h 1357601"/>
              <a:gd name="connsiteX3" fmla="*/ 4762 w 1374775"/>
              <a:gd name="connsiteY3" fmla="*/ 1357601 h 1357601"/>
              <a:gd name="connsiteX4" fmla="*/ 0 w 1374775"/>
              <a:gd name="connsiteY4" fmla="*/ 716251 h 1357601"/>
              <a:gd name="connsiteX0" fmla="*/ 0 w 1374775"/>
              <a:gd name="connsiteY0" fmla="*/ 686229 h 1327579"/>
              <a:gd name="connsiteX1" fmla="*/ 1370012 w 1374775"/>
              <a:gd name="connsiteY1" fmla="*/ 695754 h 1327579"/>
              <a:gd name="connsiteX2" fmla="*/ 1374775 w 1374775"/>
              <a:gd name="connsiteY2" fmla="*/ 1327579 h 1327579"/>
              <a:gd name="connsiteX3" fmla="*/ 4762 w 1374775"/>
              <a:gd name="connsiteY3" fmla="*/ 1327579 h 1327579"/>
              <a:gd name="connsiteX4" fmla="*/ 0 w 1374775"/>
              <a:gd name="connsiteY4" fmla="*/ 686229 h 1327579"/>
              <a:gd name="connsiteX0" fmla="*/ 0 w 1375266"/>
              <a:gd name="connsiteY0" fmla="*/ 707643 h 1348993"/>
              <a:gd name="connsiteX1" fmla="*/ 1370012 w 1375266"/>
              <a:gd name="connsiteY1" fmla="*/ 717168 h 1348993"/>
              <a:gd name="connsiteX2" fmla="*/ 1374775 w 1375266"/>
              <a:gd name="connsiteY2" fmla="*/ 1348993 h 1348993"/>
              <a:gd name="connsiteX3" fmla="*/ 4762 w 1375266"/>
              <a:gd name="connsiteY3" fmla="*/ 1348993 h 1348993"/>
              <a:gd name="connsiteX4" fmla="*/ 0 w 1375266"/>
              <a:gd name="connsiteY4" fmla="*/ 707643 h 1348993"/>
              <a:gd name="connsiteX0" fmla="*/ 0 w 1375506"/>
              <a:gd name="connsiteY0" fmla="*/ 713559 h 1354909"/>
              <a:gd name="connsiteX1" fmla="*/ 1370012 w 1375506"/>
              <a:gd name="connsiteY1" fmla="*/ 723084 h 1354909"/>
              <a:gd name="connsiteX2" fmla="*/ 1374775 w 1375506"/>
              <a:gd name="connsiteY2" fmla="*/ 1354909 h 1354909"/>
              <a:gd name="connsiteX3" fmla="*/ 4762 w 1375506"/>
              <a:gd name="connsiteY3" fmla="*/ 1354909 h 1354909"/>
              <a:gd name="connsiteX4" fmla="*/ 0 w 1375506"/>
              <a:gd name="connsiteY4" fmla="*/ 713559 h 1354909"/>
              <a:gd name="connsiteX0" fmla="*/ 0 w 1375468"/>
              <a:gd name="connsiteY0" fmla="*/ 697806 h 1339156"/>
              <a:gd name="connsiteX1" fmla="*/ 1370012 w 1375468"/>
              <a:gd name="connsiteY1" fmla="*/ 707331 h 1339156"/>
              <a:gd name="connsiteX2" fmla="*/ 1374775 w 1375468"/>
              <a:gd name="connsiteY2" fmla="*/ 1339156 h 1339156"/>
              <a:gd name="connsiteX3" fmla="*/ 4762 w 1375468"/>
              <a:gd name="connsiteY3" fmla="*/ 1339156 h 1339156"/>
              <a:gd name="connsiteX4" fmla="*/ 0 w 1375468"/>
              <a:gd name="connsiteY4" fmla="*/ 697806 h 1339156"/>
              <a:gd name="connsiteX0" fmla="*/ 0 w 1375430"/>
              <a:gd name="connsiteY0" fmla="*/ 705673 h 1347023"/>
              <a:gd name="connsiteX1" fmla="*/ 1370012 w 1375430"/>
              <a:gd name="connsiteY1" fmla="*/ 715198 h 1347023"/>
              <a:gd name="connsiteX2" fmla="*/ 1374775 w 1375430"/>
              <a:gd name="connsiteY2" fmla="*/ 1347023 h 1347023"/>
              <a:gd name="connsiteX3" fmla="*/ 4762 w 1375430"/>
              <a:gd name="connsiteY3" fmla="*/ 1347023 h 1347023"/>
              <a:gd name="connsiteX4" fmla="*/ 0 w 1375430"/>
              <a:gd name="connsiteY4" fmla="*/ 705673 h 1347023"/>
              <a:gd name="connsiteX0" fmla="*/ 0 w 1375929"/>
              <a:gd name="connsiteY0" fmla="*/ 701030 h 1342380"/>
              <a:gd name="connsiteX1" fmla="*/ 1370012 w 1375929"/>
              <a:gd name="connsiteY1" fmla="*/ 710555 h 1342380"/>
              <a:gd name="connsiteX2" fmla="*/ 1374775 w 1375929"/>
              <a:gd name="connsiteY2" fmla="*/ 1342380 h 1342380"/>
              <a:gd name="connsiteX3" fmla="*/ 4762 w 1375929"/>
              <a:gd name="connsiteY3" fmla="*/ 1342380 h 1342380"/>
              <a:gd name="connsiteX4" fmla="*/ 0 w 1375929"/>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1342380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093683"/>
              <a:gd name="connsiteX1" fmla="*/ 1370012 w 1376120"/>
              <a:gd name="connsiteY1" fmla="*/ 710555 h 1093683"/>
              <a:gd name="connsiteX2" fmla="*/ 1365119 w 1376120"/>
              <a:gd name="connsiteY2" fmla="*/ 744713 h 1093683"/>
              <a:gd name="connsiteX3" fmla="*/ 4762 w 1376120"/>
              <a:gd name="connsiteY3" fmla="*/ 735226 h 1093683"/>
              <a:gd name="connsiteX4" fmla="*/ 0 w 1376120"/>
              <a:gd name="connsiteY4" fmla="*/ 701030 h 1093683"/>
              <a:gd name="connsiteX0" fmla="*/ 0 w 1376120"/>
              <a:gd name="connsiteY0" fmla="*/ 701030 h 1329471"/>
              <a:gd name="connsiteX1" fmla="*/ 1370012 w 1376120"/>
              <a:gd name="connsiteY1" fmla="*/ 710555 h 1329471"/>
              <a:gd name="connsiteX2" fmla="*/ 1365119 w 1376120"/>
              <a:gd name="connsiteY2" fmla="*/ 744713 h 1329471"/>
              <a:gd name="connsiteX3" fmla="*/ 4762 w 1376120"/>
              <a:gd name="connsiteY3" fmla="*/ 735226 h 1329471"/>
              <a:gd name="connsiteX4" fmla="*/ 0 w 1376120"/>
              <a:gd name="connsiteY4" fmla="*/ 701030 h 1329471"/>
              <a:gd name="connsiteX0" fmla="*/ 0 w 1376120"/>
              <a:gd name="connsiteY0" fmla="*/ 701030 h 1325703"/>
              <a:gd name="connsiteX1" fmla="*/ 1370012 w 1376120"/>
              <a:gd name="connsiteY1" fmla="*/ 710555 h 1325703"/>
              <a:gd name="connsiteX2" fmla="*/ 1365119 w 1376120"/>
              <a:gd name="connsiteY2" fmla="*/ 744713 h 1325703"/>
              <a:gd name="connsiteX3" fmla="*/ 4762 w 1376120"/>
              <a:gd name="connsiteY3" fmla="*/ 735226 h 1325703"/>
              <a:gd name="connsiteX4" fmla="*/ 0 w 1376120"/>
              <a:gd name="connsiteY4" fmla="*/ 701030 h 1325703"/>
              <a:gd name="connsiteX0" fmla="*/ 4894 w 1371402"/>
              <a:gd name="connsiteY0" fmla="*/ 685781 h 1348401"/>
              <a:gd name="connsiteX1" fmla="*/ 1365250 w 1371402"/>
              <a:gd name="connsiteY1" fmla="*/ 733253 h 1348401"/>
              <a:gd name="connsiteX2" fmla="*/ 1360357 w 1371402"/>
              <a:gd name="connsiteY2" fmla="*/ 767411 h 1348401"/>
              <a:gd name="connsiteX3" fmla="*/ 0 w 1371402"/>
              <a:gd name="connsiteY3" fmla="*/ 757924 h 1348401"/>
              <a:gd name="connsiteX4" fmla="*/ 4894 w 1371402"/>
              <a:gd name="connsiteY4" fmla="*/ 685781 h 1348401"/>
              <a:gd name="connsiteX0" fmla="*/ 4894 w 1371007"/>
              <a:gd name="connsiteY0" fmla="*/ 628517 h 1291137"/>
              <a:gd name="connsiteX1" fmla="*/ 1365250 w 1371007"/>
              <a:gd name="connsiteY1" fmla="*/ 675989 h 1291137"/>
              <a:gd name="connsiteX2" fmla="*/ 1360357 w 1371007"/>
              <a:gd name="connsiteY2" fmla="*/ 710147 h 1291137"/>
              <a:gd name="connsiteX3" fmla="*/ 0 w 1371007"/>
              <a:gd name="connsiteY3" fmla="*/ 700660 h 1291137"/>
              <a:gd name="connsiteX4" fmla="*/ 4894 w 1371007"/>
              <a:gd name="connsiteY4" fmla="*/ 628517 h 1291137"/>
              <a:gd name="connsiteX0" fmla="*/ 4894 w 1369587"/>
              <a:gd name="connsiteY0" fmla="*/ 660164 h 1322784"/>
              <a:gd name="connsiteX1" fmla="*/ 1365250 w 1369587"/>
              <a:gd name="connsiteY1" fmla="*/ 707636 h 1322784"/>
              <a:gd name="connsiteX2" fmla="*/ 1360357 w 1369587"/>
              <a:gd name="connsiteY2" fmla="*/ 741794 h 1322784"/>
              <a:gd name="connsiteX3" fmla="*/ 0 w 1369587"/>
              <a:gd name="connsiteY3" fmla="*/ 732307 h 1322784"/>
              <a:gd name="connsiteX4" fmla="*/ 4894 w 1369587"/>
              <a:gd name="connsiteY4" fmla="*/ 660164 h 1322784"/>
              <a:gd name="connsiteX0" fmla="*/ 9722 w 1369602"/>
              <a:gd name="connsiteY0" fmla="*/ 660164 h 1322784"/>
              <a:gd name="connsiteX1" fmla="*/ 1365250 w 1369602"/>
              <a:gd name="connsiteY1" fmla="*/ 707636 h 1322784"/>
              <a:gd name="connsiteX2" fmla="*/ 1360357 w 1369602"/>
              <a:gd name="connsiteY2" fmla="*/ 741794 h 1322784"/>
              <a:gd name="connsiteX3" fmla="*/ 0 w 1369602"/>
              <a:gd name="connsiteY3" fmla="*/ 732307 h 1322784"/>
              <a:gd name="connsiteX4" fmla="*/ 9722 w 1369602"/>
              <a:gd name="connsiteY4" fmla="*/ 660164 h 1322784"/>
              <a:gd name="connsiteX0" fmla="*/ 66 w 1359946"/>
              <a:gd name="connsiteY0" fmla="*/ 660164 h 1322784"/>
              <a:gd name="connsiteX1" fmla="*/ 1355594 w 1359946"/>
              <a:gd name="connsiteY1" fmla="*/ 707636 h 1322784"/>
              <a:gd name="connsiteX2" fmla="*/ 1350701 w 1359946"/>
              <a:gd name="connsiteY2" fmla="*/ 741794 h 1322784"/>
              <a:gd name="connsiteX3" fmla="*/ 0 w 1359946"/>
              <a:gd name="connsiteY3" fmla="*/ 732307 h 1322784"/>
              <a:gd name="connsiteX4" fmla="*/ 66 w 1359946"/>
              <a:gd name="connsiteY4" fmla="*/ 660164 h 1322784"/>
              <a:gd name="connsiteX0" fmla="*/ 66 w 1388823"/>
              <a:gd name="connsiteY0" fmla="*/ 668497 h 1331117"/>
              <a:gd name="connsiteX1" fmla="*/ 1384561 w 1388823"/>
              <a:gd name="connsiteY1" fmla="*/ 696995 h 1331117"/>
              <a:gd name="connsiteX2" fmla="*/ 1350701 w 1388823"/>
              <a:gd name="connsiteY2" fmla="*/ 750127 h 1331117"/>
              <a:gd name="connsiteX3" fmla="*/ 0 w 1388823"/>
              <a:gd name="connsiteY3" fmla="*/ 740640 h 1331117"/>
              <a:gd name="connsiteX4" fmla="*/ 66 w 1388823"/>
              <a:gd name="connsiteY4" fmla="*/ 668497 h 1331117"/>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357878"/>
              <a:gd name="connsiteX1" fmla="*/ 1384561 w 1388823"/>
              <a:gd name="connsiteY1" fmla="*/ 696995 h 1357878"/>
              <a:gd name="connsiteX2" fmla="*/ 1336218 w 1388823"/>
              <a:gd name="connsiteY2" fmla="*/ 939864 h 1357878"/>
              <a:gd name="connsiteX3" fmla="*/ 0 w 1388823"/>
              <a:gd name="connsiteY3" fmla="*/ 740640 h 1357878"/>
              <a:gd name="connsiteX4" fmla="*/ 66 w 1388823"/>
              <a:gd name="connsiteY4" fmla="*/ 668497 h 1357878"/>
              <a:gd name="connsiteX0" fmla="*/ 4893 w 1393650"/>
              <a:gd name="connsiteY0" fmla="*/ 668497 h 1394664"/>
              <a:gd name="connsiteX1" fmla="*/ 1389388 w 1393650"/>
              <a:gd name="connsiteY1" fmla="*/ 696995 h 1394664"/>
              <a:gd name="connsiteX2" fmla="*/ 1341045 w 1393650"/>
              <a:gd name="connsiteY2" fmla="*/ 939864 h 1394664"/>
              <a:gd name="connsiteX3" fmla="*/ 0 w 1393650"/>
              <a:gd name="connsiteY3" fmla="*/ 811792 h 1394664"/>
              <a:gd name="connsiteX4" fmla="*/ 4893 w 1393650"/>
              <a:gd name="connsiteY4" fmla="*/ 668497 h 1394664"/>
              <a:gd name="connsiteX0" fmla="*/ 4893 w 1393650"/>
              <a:gd name="connsiteY0" fmla="*/ 668497 h 1354383"/>
              <a:gd name="connsiteX1" fmla="*/ 1389388 w 1393650"/>
              <a:gd name="connsiteY1" fmla="*/ 696995 h 1354383"/>
              <a:gd name="connsiteX2" fmla="*/ 1341045 w 1393650"/>
              <a:gd name="connsiteY2" fmla="*/ 939864 h 1354383"/>
              <a:gd name="connsiteX3" fmla="*/ 0 w 1393650"/>
              <a:gd name="connsiteY3" fmla="*/ 811792 h 1354383"/>
              <a:gd name="connsiteX4" fmla="*/ 4893 w 1393650"/>
              <a:gd name="connsiteY4" fmla="*/ 668497 h 1354383"/>
              <a:gd name="connsiteX0" fmla="*/ 5330 w 1394087"/>
              <a:gd name="connsiteY0" fmla="*/ 668497 h 1354383"/>
              <a:gd name="connsiteX1" fmla="*/ 1389825 w 1394087"/>
              <a:gd name="connsiteY1" fmla="*/ 696995 h 1354383"/>
              <a:gd name="connsiteX2" fmla="*/ 1341482 w 1394087"/>
              <a:gd name="connsiteY2" fmla="*/ 939864 h 1354383"/>
              <a:gd name="connsiteX3" fmla="*/ 437 w 1394087"/>
              <a:gd name="connsiteY3" fmla="*/ 811792 h 1354383"/>
              <a:gd name="connsiteX4" fmla="*/ 5330 w 1394087"/>
              <a:gd name="connsiteY4" fmla="*/ 668497 h 1354383"/>
              <a:gd name="connsiteX0" fmla="*/ 0 w 1408010"/>
              <a:gd name="connsiteY0" fmla="*/ 654008 h 1373097"/>
              <a:gd name="connsiteX1" fmla="*/ 1403806 w 1408010"/>
              <a:gd name="connsiteY1" fmla="*/ 715709 h 1373097"/>
              <a:gd name="connsiteX2" fmla="*/ 1355463 w 1408010"/>
              <a:gd name="connsiteY2" fmla="*/ 958578 h 1373097"/>
              <a:gd name="connsiteX3" fmla="*/ 14418 w 1408010"/>
              <a:gd name="connsiteY3" fmla="*/ 830506 h 1373097"/>
              <a:gd name="connsiteX4" fmla="*/ 0 w 1408010"/>
              <a:gd name="connsiteY4" fmla="*/ 654008 h 1373097"/>
              <a:gd name="connsiteX0" fmla="*/ 0 w 1408096"/>
              <a:gd name="connsiteY0" fmla="*/ 640544 h 1359633"/>
              <a:gd name="connsiteX1" fmla="*/ 1403806 w 1408096"/>
              <a:gd name="connsiteY1" fmla="*/ 702245 h 1359633"/>
              <a:gd name="connsiteX2" fmla="*/ 1355463 w 1408096"/>
              <a:gd name="connsiteY2" fmla="*/ 945114 h 1359633"/>
              <a:gd name="connsiteX3" fmla="*/ 14418 w 1408096"/>
              <a:gd name="connsiteY3" fmla="*/ 817042 h 1359633"/>
              <a:gd name="connsiteX4" fmla="*/ 0 w 1408096"/>
              <a:gd name="connsiteY4" fmla="*/ 640544 h 1359633"/>
              <a:gd name="connsiteX0" fmla="*/ 0 w 1404766"/>
              <a:gd name="connsiteY0" fmla="*/ 643774 h 1362863"/>
              <a:gd name="connsiteX1" fmla="*/ 1403806 w 1404766"/>
              <a:gd name="connsiteY1" fmla="*/ 705475 h 1362863"/>
              <a:gd name="connsiteX2" fmla="*/ 1355463 w 1404766"/>
              <a:gd name="connsiteY2" fmla="*/ 948344 h 1362863"/>
              <a:gd name="connsiteX3" fmla="*/ 14418 w 1404766"/>
              <a:gd name="connsiteY3" fmla="*/ 820272 h 1362863"/>
              <a:gd name="connsiteX4" fmla="*/ 0 w 1404766"/>
              <a:gd name="connsiteY4" fmla="*/ 643774 h 1362863"/>
              <a:gd name="connsiteX0" fmla="*/ 0 w 1399638"/>
              <a:gd name="connsiteY0" fmla="*/ 642622 h 1361711"/>
              <a:gd name="connsiteX1" fmla="*/ 1398433 w 1399638"/>
              <a:gd name="connsiteY1" fmla="*/ 706963 h 1361711"/>
              <a:gd name="connsiteX2" fmla="*/ 1355463 w 1399638"/>
              <a:gd name="connsiteY2" fmla="*/ 947192 h 1361711"/>
              <a:gd name="connsiteX3" fmla="*/ 14418 w 1399638"/>
              <a:gd name="connsiteY3" fmla="*/ 819120 h 1361711"/>
              <a:gd name="connsiteX4" fmla="*/ 0 w 1399638"/>
              <a:gd name="connsiteY4" fmla="*/ 642622 h 1361711"/>
              <a:gd name="connsiteX0" fmla="*/ 0 w 1400799"/>
              <a:gd name="connsiteY0" fmla="*/ 642622 h 1361711"/>
              <a:gd name="connsiteX1" fmla="*/ 1398433 w 1400799"/>
              <a:gd name="connsiteY1" fmla="*/ 706963 h 1361711"/>
              <a:gd name="connsiteX2" fmla="*/ 1355463 w 1400799"/>
              <a:gd name="connsiteY2" fmla="*/ 947192 h 1361711"/>
              <a:gd name="connsiteX3" fmla="*/ 14418 w 1400799"/>
              <a:gd name="connsiteY3" fmla="*/ 819120 h 1361711"/>
              <a:gd name="connsiteX4" fmla="*/ 0 w 1400799"/>
              <a:gd name="connsiteY4" fmla="*/ 642622 h 1361711"/>
              <a:gd name="connsiteX0" fmla="*/ 0 w 1400799"/>
              <a:gd name="connsiteY0" fmla="*/ 642622 h 1360734"/>
              <a:gd name="connsiteX1" fmla="*/ 1398433 w 1400799"/>
              <a:gd name="connsiteY1" fmla="*/ 706963 h 1360734"/>
              <a:gd name="connsiteX2" fmla="*/ 1355463 w 1400799"/>
              <a:gd name="connsiteY2" fmla="*/ 947192 h 1360734"/>
              <a:gd name="connsiteX3" fmla="*/ 14418 w 1400799"/>
              <a:gd name="connsiteY3" fmla="*/ 819120 h 1360734"/>
              <a:gd name="connsiteX4" fmla="*/ 0 w 1400799"/>
              <a:gd name="connsiteY4" fmla="*/ 642622 h 1360734"/>
              <a:gd name="connsiteX0" fmla="*/ 0 w 1400799"/>
              <a:gd name="connsiteY0" fmla="*/ 642622 h 1347487"/>
              <a:gd name="connsiteX1" fmla="*/ 1398433 w 1400799"/>
              <a:gd name="connsiteY1" fmla="*/ 706963 h 1347487"/>
              <a:gd name="connsiteX2" fmla="*/ 1355463 w 1400799"/>
              <a:gd name="connsiteY2" fmla="*/ 947192 h 1347487"/>
              <a:gd name="connsiteX3" fmla="*/ 17104 w 1400799"/>
              <a:gd name="connsiteY3" fmla="*/ 792723 h 1347487"/>
              <a:gd name="connsiteX4" fmla="*/ 0 w 1400799"/>
              <a:gd name="connsiteY4" fmla="*/ 642622 h 1347487"/>
              <a:gd name="connsiteX0" fmla="*/ 0 w 1400799"/>
              <a:gd name="connsiteY0" fmla="*/ 642622 h 1356367"/>
              <a:gd name="connsiteX1" fmla="*/ 1398433 w 1400799"/>
              <a:gd name="connsiteY1" fmla="*/ 706963 h 1356367"/>
              <a:gd name="connsiteX2" fmla="*/ 1355463 w 1400799"/>
              <a:gd name="connsiteY2" fmla="*/ 947192 h 1356367"/>
              <a:gd name="connsiteX3" fmla="*/ 17104 w 1400799"/>
              <a:gd name="connsiteY3" fmla="*/ 792723 h 1356367"/>
              <a:gd name="connsiteX4" fmla="*/ 0 w 1400799"/>
              <a:gd name="connsiteY4" fmla="*/ 642622 h 1356367"/>
              <a:gd name="connsiteX0" fmla="*/ 12758 w 1384003"/>
              <a:gd name="connsiteY0" fmla="*/ 580396 h 1447249"/>
              <a:gd name="connsiteX1" fmla="*/ 1381637 w 1384003"/>
              <a:gd name="connsiteY1" fmla="*/ 797845 h 1447249"/>
              <a:gd name="connsiteX2" fmla="*/ 1338667 w 1384003"/>
              <a:gd name="connsiteY2" fmla="*/ 1038074 h 1447249"/>
              <a:gd name="connsiteX3" fmla="*/ 308 w 1384003"/>
              <a:gd name="connsiteY3" fmla="*/ 883605 h 1447249"/>
              <a:gd name="connsiteX4" fmla="*/ 12758 w 1384003"/>
              <a:gd name="connsiteY4" fmla="*/ 580396 h 1447249"/>
              <a:gd name="connsiteX0" fmla="*/ 13072 w 1384317"/>
              <a:gd name="connsiteY0" fmla="*/ 580396 h 1447249"/>
              <a:gd name="connsiteX1" fmla="*/ 1381951 w 1384317"/>
              <a:gd name="connsiteY1" fmla="*/ 797845 h 1447249"/>
              <a:gd name="connsiteX2" fmla="*/ 1338981 w 1384317"/>
              <a:gd name="connsiteY2" fmla="*/ 1038074 h 1447249"/>
              <a:gd name="connsiteX3" fmla="*/ 622 w 1384317"/>
              <a:gd name="connsiteY3" fmla="*/ 883605 h 1447249"/>
              <a:gd name="connsiteX4" fmla="*/ 13072 w 1384317"/>
              <a:gd name="connsiteY4" fmla="*/ 580396 h 1447249"/>
              <a:gd name="connsiteX0" fmla="*/ 26189 w 1383999"/>
              <a:gd name="connsiteY0" fmla="*/ 575445 h 1455497"/>
              <a:gd name="connsiteX1" fmla="*/ 1381633 w 1383999"/>
              <a:gd name="connsiteY1" fmla="*/ 806093 h 1455497"/>
              <a:gd name="connsiteX2" fmla="*/ 1338663 w 1383999"/>
              <a:gd name="connsiteY2" fmla="*/ 1046322 h 1455497"/>
              <a:gd name="connsiteX3" fmla="*/ 304 w 1383999"/>
              <a:gd name="connsiteY3" fmla="*/ 891853 h 1455497"/>
              <a:gd name="connsiteX4" fmla="*/ 26189 w 1383999"/>
              <a:gd name="connsiteY4" fmla="*/ 575445 h 1455497"/>
              <a:gd name="connsiteX0" fmla="*/ 26317 w 1384127"/>
              <a:gd name="connsiteY0" fmla="*/ 575445 h 1455497"/>
              <a:gd name="connsiteX1" fmla="*/ 1381761 w 1384127"/>
              <a:gd name="connsiteY1" fmla="*/ 806093 h 1455497"/>
              <a:gd name="connsiteX2" fmla="*/ 1338791 w 1384127"/>
              <a:gd name="connsiteY2" fmla="*/ 1046322 h 1455497"/>
              <a:gd name="connsiteX3" fmla="*/ 432 w 1384127"/>
              <a:gd name="connsiteY3" fmla="*/ 891853 h 1455497"/>
              <a:gd name="connsiteX4" fmla="*/ 26317 w 1384127"/>
              <a:gd name="connsiteY4" fmla="*/ 575445 h 1455497"/>
              <a:gd name="connsiteX0" fmla="*/ 26317 w 1384127"/>
              <a:gd name="connsiteY0" fmla="*/ 468636 h 1348688"/>
              <a:gd name="connsiteX1" fmla="*/ 1381761 w 1384127"/>
              <a:gd name="connsiteY1" fmla="*/ 699284 h 1348688"/>
              <a:gd name="connsiteX2" fmla="*/ 1338791 w 1384127"/>
              <a:gd name="connsiteY2" fmla="*/ 939513 h 1348688"/>
              <a:gd name="connsiteX3" fmla="*/ 432 w 1384127"/>
              <a:gd name="connsiteY3" fmla="*/ 785044 h 1348688"/>
              <a:gd name="connsiteX4" fmla="*/ 26317 w 1384127"/>
              <a:gd name="connsiteY4" fmla="*/ 468636 h 1348688"/>
              <a:gd name="connsiteX0" fmla="*/ 26317 w 1384127"/>
              <a:gd name="connsiteY0" fmla="*/ 474629 h 1354681"/>
              <a:gd name="connsiteX1" fmla="*/ 1381761 w 1384127"/>
              <a:gd name="connsiteY1" fmla="*/ 705277 h 1354681"/>
              <a:gd name="connsiteX2" fmla="*/ 1338791 w 1384127"/>
              <a:gd name="connsiteY2" fmla="*/ 945506 h 1354681"/>
              <a:gd name="connsiteX3" fmla="*/ 432 w 1384127"/>
              <a:gd name="connsiteY3" fmla="*/ 791037 h 1354681"/>
              <a:gd name="connsiteX4" fmla="*/ 26317 w 1384127"/>
              <a:gd name="connsiteY4" fmla="*/ 474629 h 1354681"/>
              <a:gd name="connsiteX0" fmla="*/ 26317 w 1384127"/>
              <a:gd name="connsiteY0" fmla="*/ 466934 h 1346986"/>
              <a:gd name="connsiteX1" fmla="*/ 1381761 w 1384127"/>
              <a:gd name="connsiteY1" fmla="*/ 697582 h 1346986"/>
              <a:gd name="connsiteX2" fmla="*/ 1338791 w 1384127"/>
              <a:gd name="connsiteY2" fmla="*/ 937811 h 1346986"/>
              <a:gd name="connsiteX3" fmla="*/ 432 w 1384127"/>
              <a:gd name="connsiteY3" fmla="*/ 783342 h 1346986"/>
              <a:gd name="connsiteX4" fmla="*/ 26317 w 1384127"/>
              <a:gd name="connsiteY4" fmla="*/ 466934 h 1346986"/>
              <a:gd name="connsiteX0" fmla="*/ 26317 w 1384127"/>
              <a:gd name="connsiteY0" fmla="*/ 463881 h 1343933"/>
              <a:gd name="connsiteX1" fmla="*/ 1381761 w 1384127"/>
              <a:gd name="connsiteY1" fmla="*/ 694529 h 1343933"/>
              <a:gd name="connsiteX2" fmla="*/ 1338791 w 1384127"/>
              <a:gd name="connsiteY2" fmla="*/ 934758 h 1343933"/>
              <a:gd name="connsiteX3" fmla="*/ 432 w 1384127"/>
              <a:gd name="connsiteY3" fmla="*/ 780289 h 1343933"/>
              <a:gd name="connsiteX4" fmla="*/ 26317 w 1384127"/>
              <a:gd name="connsiteY4" fmla="*/ 463881 h 1343933"/>
              <a:gd name="connsiteX0" fmla="*/ 26317 w 1395853"/>
              <a:gd name="connsiteY0" fmla="*/ 460078 h 1340130"/>
              <a:gd name="connsiteX1" fmla="*/ 1394912 w 1395853"/>
              <a:gd name="connsiteY1" fmla="*/ 700234 h 1340130"/>
              <a:gd name="connsiteX2" fmla="*/ 1338791 w 1395853"/>
              <a:gd name="connsiteY2" fmla="*/ 930955 h 1340130"/>
              <a:gd name="connsiteX3" fmla="*/ 432 w 1395853"/>
              <a:gd name="connsiteY3" fmla="*/ 776486 h 1340130"/>
              <a:gd name="connsiteX4" fmla="*/ 26317 w 1395853"/>
              <a:gd name="connsiteY4" fmla="*/ 460078 h 1340130"/>
              <a:gd name="connsiteX0" fmla="*/ 25885 w 1395421"/>
              <a:gd name="connsiteY0" fmla="*/ 460078 h 1340130"/>
              <a:gd name="connsiteX1" fmla="*/ 1394480 w 1395421"/>
              <a:gd name="connsiteY1" fmla="*/ 700234 h 1340130"/>
              <a:gd name="connsiteX2" fmla="*/ 1338359 w 1395421"/>
              <a:gd name="connsiteY2" fmla="*/ 930955 h 1340130"/>
              <a:gd name="connsiteX3" fmla="*/ 0 w 1395421"/>
              <a:gd name="connsiteY3" fmla="*/ 776486 h 1340130"/>
              <a:gd name="connsiteX4" fmla="*/ 25885 w 1395421"/>
              <a:gd name="connsiteY4" fmla="*/ 460078 h 1340130"/>
              <a:gd name="connsiteX0" fmla="*/ 42324 w 1395421"/>
              <a:gd name="connsiteY0" fmla="*/ 456316 h 1345876"/>
              <a:gd name="connsiteX1" fmla="*/ 1394480 w 1395421"/>
              <a:gd name="connsiteY1" fmla="*/ 705980 h 1345876"/>
              <a:gd name="connsiteX2" fmla="*/ 1338359 w 1395421"/>
              <a:gd name="connsiteY2" fmla="*/ 936701 h 1345876"/>
              <a:gd name="connsiteX3" fmla="*/ 0 w 1395421"/>
              <a:gd name="connsiteY3" fmla="*/ 782232 h 1345876"/>
              <a:gd name="connsiteX4" fmla="*/ 42324 w 1395421"/>
              <a:gd name="connsiteY4" fmla="*/ 456316 h 1345876"/>
              <a:gd name="connsiteX0" fmla="*/ 42324 w 1395421"/>
              <a:gd name="connsiteY0" fmla="*/ 460311 h 1349871"/>
              <a:gd name="connsiteX1" fmla="*/ 1394480 w 1395421"/>
              <a:gd name="connsiteY1" fmla="*/ 709975 h 1349871"/>
              <a:gd name="connsiteX2" fmla="*/ 1338359 w 1395421"/>
              <a:gd name="connsiteY2" fmla="*/ 940696 h 1349871"/>
              <a:gd name="connsiteX3" fmla="*/ 0 w 1395421"/>
              <a:gd name="connsiteY3" fmla="*/ 786227 h 1349871"/>
              <a:gd name="connsiteX4" fmla="*/ 42324 w 1395421"/>
              <a:gd name="connsiteY4" fmla="*/ 460311 h 1349871"/>
              <a:gd name="connsiteX0" fmla="*/ 42324 w 1395421"/>
              <a:gd name="connsiteY0" fmla="*/ 457648 h 1347208"/>
              <a:gd name="connsiteX1" fmla="*/ 1394480 w 1395421"/>
              <a:gd name="connsiteY1" fmla="*/ 707312 h 1347208"/>
              <a:gd name="connsiteX2" fmla="*/ 1338359 w 1395421"/>
              <a:gd name="connsiteY2" fmla="*/ 938033 h 1347208"/>
              <a:gd name="connsiteX3" fmla="*/ 0 w 1395421"/>
              <a:gd name="connsiteY3" fmla="*/ 783564 h 1347208"/>
              <a:gd name="connsiteX4" fmla="*/ 42324 w 1395421"/>
              <a:gd name="connsiteY4" fmla="*/ 457648 h 1347208"/>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39036 w 1395421"/>
              <a:gd name="connsiteY0" fmla="*/ 447832 h 1362746"/>
              <a:gd name="connsiteX1" fmla="*/ 1394480 w 1395421"/>
              <a:gd name="connsiteY1" fmla="*/ 722850 h 1362746"/>
              <a:gd name="connsiteX2" fmla="*/ 1338359 w 1395421"/>
              <a:gd name="connsiteY2" fmla="*/ 953571 h 1362746"/>
              <a:gd name="connsiteX3" fmla="*/ 0 w 1395421"/>
              <a:gd name="connsiteY3" fmla="*/ 799102 h 1362746"/>
              <a:gd name="connsiteX4" fmla="*/ 39036 w 1395421"/>
              <a:gd name="connsiteY4" fmla="*/ 447832 h 1362746"/>
              <a:gd name="connsiteX0" fmla="*/ 39036 w 1395421"/>
              <a:gd name="connsiteY0" fmla="*/ 433087 h 1348001"/>
              <a:gd name="connsiteX1" fmla="*/ 1394480 w 1395421"/>
              <a:gd name="connsiteY1" fmla="*/ 708105 h 1348001"/>
              <a:gd name="connsiteX2" fmla="*/ 1338359 w 1395421"/>
              <a:gd name="connsiteY2" fmla="*/ 938826 h 1348001"/>
              <a:gd name="connsiteX3" fmla="*/ 0 w 1395421"/>
              <a:gd name="connsiteY3" fmla="*/ 784357 h 1348001"/>
              <a:gd name="connsiteX4" fmla="*/ 39036 w 1395421"/>
              <a:gd name="connsiteY4" fmla="*/ 433087 h 1348001"/>
              <a:gd name="connsiteX0" fmla="*/ 41940 w 1398325"/>
              <a:gd name="connsiteY0" fmla="*/ 433087 h 1348001"/>
              <a:gd name="connsiteX1" fmla="*/ 1397384 w 1398325"/>
              <a:gd name="connsiteY1" fmla="*/ 708105 h 1348001"/>
              <a:gd name="connsiteX2" fmla="*/ 1341263 w 1398325"/>
              <a:gd name="connsiteY2" fmla="*/ 938826 h 1348001"/>
              <a:gd name="connsiteX3" fmla="*/ 2904 w 1398325"/>
              <a:gd name="connsiteY3" fmla="*/ 784357 h 1348001"/>
              <a:gd name="connsiteX4" fmla="*/ 41940 w 1398325"/>
              <a:gd name="connsiteY4" fmla="*/ 433087 h 134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325" h="1348001">
                <a:moveTo>
                  <a:pt x="41940" y="433087"/>
                </a:moveTo>
                <a:cubicBezTo>
                  <a:pt x="356074" y="-265149"/>
                  <a:pt x="1414477" y="-79963"/>
                  <a:pt x="1397384" y="708105"/>
                </a:cubicBezTo>
                <a:cubicBezTo>
                  <a:pt x="1401659" y="712808"/>
                  <a:pt x="1392780" y="808856"/>
                  <a:pt x="1341263" y="938826"/>
                </a:cubicBezTo>
                <a:cubicBezTo>
                  <a:pt x="1159695" y="1431081"/>
                  <a:pt x="216547" y="1589193"/>
                  <a:pt x="2904" y="784357"/>
                </a:cubicBezTo>
                <a:cubicBezTo>
                  <a:pt x="-6912" y="577148"/>
                  <a:pt x="8657" y="576976"/>
                  <a:pt x="41940" y="433087"/>
                </a:cubicBezTo>
                <a:close/>
              </a:path>
            </a:pathLst>
          </a:custGeom>
        </p:spPr>
        <p:txBody>
          <a:bodyPr/>
          <a:lstStyle>
            <a:lvl1pPr>
              <a:defRPr sz="1100">
                <a:latin typeface="Arial" panose="020B0604020202020204" pitchFamily="34" charset="0"/>
                <a:cs typeface="Arial" panose="020B0604020202020204" pitchFamily="34" charset="0"/>
              </a:defRPr>
            </a:lvl1pPr>
          </a:lstStyle>
          <a:p>
            <a:endParaRPr lang="de-AT" dirty="0"/>
          </a:p>
        </p:txBody>
      </p:sp>
      <p:sp>
        <p:nvSpPr>
          <p:cNvPr id="29" name="Ellipse 28"/>
          <p:cNvSpPr/>
          <p:nvPr userDrawn="1"/>
        </p:nvSpPr>
        <p:spPr>
          <a:xfrm>
            <a:off x="6384915" y="1536731"/>
            <a:ext cx="1427148" cy="1427148"/>
          </a:xfrm>
          <a:prstGeom prst="ellipse">
            <a:avLst/>
          </a:prstGeom>
          <a:noFill/>
          <a:ln w="57150" cmpd="dbl">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de-AT">
              <a:effectLst/>
            </a:endParaRPr>
          </a:p>
        </p:txBody>
      </p:sp>
      <p:sp>
        <p:nvSpPr>
          <p:cNvPr id="30" name="Bildplatzhalter 6"/>
          <p:cNvSpPr>
            <a:spLocks noGrp="1"/>
          </p:cNvSpPr>
          <p:nvPr>
            <p:ph type="pic" sz="quarter" idx="27"/>
          </p:nvPr>
        </p:nvSpPr>
        <p:spPr>
          <a:xfrm>
            <a:off x="6421840" y="1574052"/>
            <a:ext cx="1350386" cy="1350392"/>
          </a:xfrm>
          <a:custGeom>
            <a:avLst/>
            <a:gdLst>
              <a:gd name="connsiteX0" fmla="*/ 0 w 1370013"/>
              <a:gd name="connsiteY0" fmla="*/ 0 h 1355725"/>
              <a:gd name="connsiteX1" fmla="*/ 1370013 w 1370013"/>
              <a:gd name="connsiteY1" fmla="*/ 0 h 1355725"/>
              <a:gd name="connsiteX2" fmla="*/ 1370013 w 1370013"/>
              <a:gd name="connsiteY2" fmla="*/ 1355725 h 1355725"/>
              <a:gd name="connsiteX3" fmla="*/ 0 w 1370013"/>
              <a:gd name="connsiteY3" fmla="*/ 1355725 h 1355725"/>
              <a:gd name="connsiteX4" fmla="*/ 0 w 1370013"/>
              <a:gd name="connsiteY4" fmla="*/ 0 h 1355725"/>
              <a:gd name="connsiteX0" fmla="*/ 0 w 1370013"/>
              <a:gd name="connsiteY0" fmla="*/ 0 h 1355725"/>
              <a:gd name="connsiteX1" fmla="*/ 1365250 w 1370013"/>
              <a:gd name="connsiteY1" fmla="*/ 723900 h 1355725"/>
              <a:gd name="connsiteX2" fmla="*/ 1370013 w 1370013"/>
              <a:gd name="connsiteY2" fmla="*/ 1355725 h 1355725"/>
              <a:gd name="connsiteX3" fmla="*/ 0 w 1370013"/>
              <a:gd name="connsiteY3" fmla="*/ 1355725 h 1355725"/>
              <a:gd name="connsiteX4" fmla="*/ 0 w 1370013"/>
              <a:gd name="connsiteY4" fmla="*/ 0 h 1355725"/>
              <a:gd name="connsiteX0" fmla="*/ 4763 w 1370013"/>
              <a:gd name="connsiteY0" fmla="*/ 0 h 641350"/>
              <a:gd name="connsiteX1" fmla="*/ 1365250 w 1370013"/>
              <a:gd name="connsiteY1" fmla="*/ 9525 h 641350"/>
              <a:gd name="connsiteX2" fmla="*/ 1370013 w 1370013"/>
              <a:gd name="connsiteY2" fmla="*/ 641350 h 641350"/>
              <a:gd name="connsiteX3" fmla="*/ 0 w 1370013"/>
              <a:gd name="connsiteY3" fmla="*/ 641350 h 641350"/>
              <a:gd name="connsiteX4" fmla="*/ 4763 w 1370013"/>
              <a:gd name="connsiteY4" fmla="*/ 0 h 641350"/>
              <a:gd name="connsiteX0" fmla="*/ 4763 w 1370013"/>
              <a:gd name="connsiteY0" fmla="*/ 595847 h 1237197"/>
              <a:gd name="connsiteX1" fmla="*/ 1365250 w 1370013"/>
              <a:gd name="connsiteY1" fmla="*/ 605372 h 1237197"/>
              <a:gd name="connsiteX2" fmla="*/ 1370013 w 1370013"/>
              <a:gd name="connsiteY2" fmla="*/ 1237197 h 1237197"/>
              <a:gd name="connsiteX3" fmla="*/ 0 w 1370013"/>
              <a:gd name="connsiteY3" fmla="*/ 1237197 h 1237197"/>
              <a:gd name="connsiteX4" fmla="*/ 4763 w 1370013"/>
              <a:gd name="connsiteY4" fmla="*/ 595847 h 1237197"/>
              <a:gd name="connsiteX0" fmla="*/ 4763 w 1370013"/>
              <a:gd name="connsiteY0" fmla="*/ 764647 h 1405997"/>
              <a:gd name="connsiteX1" fmla="*/ 1365250 w 1370013"/>
              <a:gd name="connsiteY1" fmla="*/ 774172 h 1405997"/>
              <a:gd name="connsiteX2" fmla="*/ 1370013 w 1370013"/>
              <a:gd name="connsiteY2" fmla="*/ 1405997 h 1405997"/>
              <a:gd name="connsiteX3" fmla="*/ 0 w 1370013"/>
              <a:gd name="connsiteY3" fmla="*/ 1405997 h 1405997"/>
              <a:gd name="connsiteX4" fmla="*/ 4763 w 1370013"/>
              <a:gd name="connsiteY4" fmla="*/ 764647 h 1405997"/>
              <a:gd name="connsiteX0" fmla="*/ 4763 w 1370013"/>
              <a:gd name="connsiteY0" fmla="*/ 716251 h 1357601"/>
              <a:gd name="connsiteX1" fmla="*/ 1365250 w 1370013"/>
              <a:gd name="connsiteY1" fmla="*/ 725776 h 1357601"/>
              <a:gd name="connsiteX2" fmla="*/ 1370013 w 1370013"/>
              <a:gd name="connsiteY2" fmla="*/ 1357601 h 1357601"/>
              <a:gd name="connsiteX3" fmla="*/ 0 w 1370013"/>
              <a:gd name="connsiteY3" fmla="*/ 1357601 h 1357601"/>
              <a:gd name="connsiteX4" fmla="*/ 4763 w 1370013"/>
              <a:gd name="connsiteY4" fmla="*/ 716251 h 1357601"/>
              <a:gd name="connsiteX0" fmla="*/ 211 w 1374986"/>
              <a:gd name="connsiteY0" fmla="*/ 716251 h 1357601"/>
              <a:gd name="connsiteX1" fmla="*/ 1370223 w 1374986"/>
              <a:gd name="connsiteY1" fmla="*/ 725776 h 1357601"/>
              <a:gd name="connsiteX2" fmla="*/ 1374986 w 1374986"/>
              <a:gd name="connsiteY2" fmla="*/ 1357601 h 1357601"/>
              <a:gd name="connsiteX3" fmla="*/ 4973 w 1374986"/>
              <a:gd name="connsiteY3" fmla="*/ 1357601 h 1357601"/>
              <a:gd name="connsiteX4" fmla="*/ 211 w 1374986"/>
              <a:gd name="connsiteY4" fmla="*/ 716251 h 1357601"/>
              <a:gd name="connsiteX0" fmla="*/ 0 w 1374775"/>
              <a:gd name="connsiteY0" fmla="*/ 716251 h 1357601"/>
              <a:gd name="connsiteX1" fmla="*/ 1370012 w 1374775"/>
              <a:gd name="connsiteY1" fmla="*/ 725776 h 1357601"/>
              <a:gd name="connsiteX2" fmla="*/ 1374775 w 1374775"/>
              <a:gd name="connsiteY2" fmla="*/ 1357601 h 1357601"/>
              <a:gd name="connsiteX3" fmla="*/ 4762 w 1374775"/>
              <a:gd name="connsiteY3" fmla="*/ 1357601 h 1357601"/>
              <a:gd name="connsiteX4" fmla="*/ 0 w 1374775"/>
              <a:gd name="connsiteY4" fmla="*/ 716251 h 1357601"/>
              <a:gd name="connsiteX0" fmla="*/ 0 w 1374775"/>
              <a:gd name="connsiteY0" fmla="*/ 686229 h 1327579"/>
              <a:gd name="connsiteX1" fmla="*/ 1370012 w 1374775"/>
              <a:gd name="connsiteY1" fmla="*/ 695754 h 1327579"/>
              <a:gd name="connsiteX2" fmla="*/ 1374775 w 1374775"/>
              <a:gd name="connsiteY2" fmla="*/ 1327579 h 1327579"/>
              <a:gd name="connsiteX3" fmla="*/ 4762 w 1374775"/>
              <a:gd name="connsiteY3" fmla="*/ 1327579 h 1327579"/>
              <a:gd name="connsiteX4" fmla="*/ 0 w 1374775"/>
              <a:gd name="connsiteY4" fmla="*/ 686229 h 1327579"/>
              <a:gd name="connsiteX0" fmla="*/ 0 w 1375266"/>
              <a:gd name="connsiteY0" fmla="*/ 707643 h 1348993"/>
              <a:gd name="connsiteX1" fmla="*/ 1370012 w 1375266"/>
              <a:gd name="connsiteY1" fmla="*/ 717168 h 1348993"/>
              <a:gd name="connsiteX2" fmla="*/ 1374775 w 1375266"/>
              <a:gd name="connsiteY2" fmla="*/ 1348993 h 1348993"/>
              <a:gd name="connsiteX3" fmla="*/ 4762 w 1375266"/>
              <a:gd name="connsiteY3" fmla="*/ 1348993 h 1348993"/>
              <a:gd name="connsiteX4" fmla="*/ 0 w 1375266"/>
              <a:gd name="connsiteY4" fmla="*/ 707643 h 1348993"/>
              <a:gd name="connsiteX0" fmla="*/ 0 w 1375506"/>
              <a:gd name="connsiteY0" fmla="*/ 713559 h 1354909"/>
              <a:gd name="connsiteX1" fmla="*/ 1370012 w 1375506"/>
              <a:gd name="connsiteY1" fmla="*/ 723084 h 1354909"/>
              <a:gd name="connsiteX2" fmla="*/ 1374775 w 1375506"/>
              <a:gd name="connsiteY2" fmla="*/ 1354909 h 1354909"/>
              <a:gd name="connsiteX3" fmla="*/ 4762 w 1375506"/>
              <a:gd name="connsiteY3" fmla="*/ 1354909 h 1354909"/>
              <a:gd name="connsiteX4" fmla="*/ 0 w 1375506"/>
              <a:gd name="connsiteY4" fmla="*/ 713559 h 1354909"/>
              <a:gd name="connsiteX0" fmla="*/ 0 w 1375468"/>
              <a:gd name="connsiteY0" fmla="*/ 697806 h 1339156"/>
              <a:gd name="connsiteX1" fmla="*/ 1370012 w 1375468"/>
              <a:gd name="connsiteY1" fmla="*/ 707331 h 1339156"/>
              <a:gd name="connsiteX2" fmla="*/ 1374775 w 1375468"/>
              <a:gd name="connsiteY2" fmla="*/ 1339156 h 1339156"/>
              <a:gd name="connsiteX3" fmla="*/ 4762 w 1375468"/>
              <a:gd name="connsiteY3" fmla="*/ 1339156 h 1339156"/>
              <a:gd name="connsiteX4" fmla="*/ 0 w 1375468"/>
              <a:gd name="connsiteY4" fmla="*/ 697806 h 1339156"/>
              <a:gd name="connsiteX0" fmla="*/ 0 w 1375430"/>
              <a:gd name="connsiteY0" fmla="*/ 705673 h 1347023"/>
              <a:gd name="connsiteX1" fmla="*/ 1370012 w 1375430"/>
              <a:gd name="connsiteY1" fmla="*/ 715198 h 1347023"/>
              <a:gd name="connsiteX2" fmla="*/ 1374775 w 1375430"/>
              <a:gd name="connsiteY2" fmla="*/ 1347023 h 1347023"/>
              <a:gd name="connsiteX3" fmla="*/ 4762 w 1375430"/>
              <a:gd name="connsiteY3" fmla="*/ 1347023 h 1347023"/>
              <a:gd name="connsiteX4" fmla="*/ 0 w 1375430"/>
              <a:gd name="connsiteY4" fmla="*/ 705673 h 1347023"/>
              <a:gd name="connsiteX0" fmla="*/ 0 w 1375929"/>
              <a:gd name="connsiteY0" fmla="*/ 701030 h 1342380"/>
              <a:gd name="connsiteX1" fmla="*/ 1370012 w 1375929"/>
              <a:gd name="connsiteY1" fmla="*/ 710555 h 1342380"/>
              <a:gd name="connsiteX2" fmla="*/ 1374775 w 1375929"/>
              <a:gd name="connsiteY2" fmla="*/ 1342380 h 1342380"/>
              <a:gd name="connsiteX3" fmla="*/ 4762 w 1375929"/>
              <a:gd name="connsiteY3" fmla="*/ 1342380 h 1342380"/>
              <a:gd name="connsiteX4" fmla="*/ 0 w 1375929"/>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1342380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093683"/>
              <a:gd name="connsiteX1" fmla="*/ 1370012 w 1376120"/>
              <a:gd name="connsiteY1" fmla="*/ 710555 h 1093683"/>
              <a:gd name="connsiteX2" fmla="*/ 1365119 w 1376120"/>
              <a:gd name="connsiteY2" fmla="*/ 744713 h 1093683"/>
              <a:gd name="connsiteX3" fmla="*/ 4762 w 1376120"/>
              <a:gd name="connsiteY3" fmla="*/ 735226 h 1093683"/>
              <a:gd name="connsiteX4" fmla="*/ 0 w 1376120"/>
              <a:gd name="connsiteY4" fmla="*/ 701030 h 1093683"/>
              <a:gd name="connsiteX0" fmla="*/ 0 w 1376120"/>
              <a:gd name="connsiteY0" fmla="*/ 701030 h 1329471"/>
              <a:gd name="connsiteX1" fmla="*/ 1370012 w 1376120"/>
              <a:gd name="connsiteY1" fmla="*/ 710555 h 1329471"/>
              <a:gd name="connsiteX2" fmla="*/ 1365119 w 1376120"/>
              <a:gd name="connsiteY2" fmla="*/ 744713 h 1329471"/>
              <a:gd name="connsiteX3" fmla="*/ 4762 w 1376120"/>
              <a:gd name="connsiteY3" fmla="*/ 735226 h 1329471"/>
              <a:gd name="connsiteX4" fmla="*/ 0 w 1376120"/>
              <a:gd name="connsiteY4" fmla="*/ 701030 h 1329471"/>
              <a:gd name="connsiteX0" fmla="*/ 0 w 1376120"/>
              <a:gd name="connsiteY0" fmla="*/ 701030 h 1325703"/>
              <a:gd name="connsiteX1" fmla="*/ 1370012 w 1376120"/>
              <a:gd name="connsiteY1" fmla="*/ 710555 h 1325703"/>
              <a:gd name="connsiteX2" fmla="*/ 1365119 w 1376120"/>
              <a:gd name="connsiteY2" fmla="*/ 744713 h 1325703"/>
              <a:gd name="connsiteX3" fmla="*/ 4762 w 1376120"/>
              <a:gd name="connsiteY3" fmla="*/ 735226 h 1325703"/>
              <a:gd name="connsiteX4" fmla="*/ 0 w 1376120"/>
              <a:gd name="connsiteY4" fmla="*/ 701030 h 1325703"/>
              <a:gd name="connsiteX0" fmla="*/ 4894 w 1371402"/>
              <a:gd name="connsiteY0" fmla="*/ 685781 h 1348401"/>
              <a:gd name="connsiteX1" fmla="*/ 1365250 w 1371402"/>
              <a:gd name="connsiteY1" fmla="*/ 733253 h 1348401"/>
              <a:gd name="connsiteX2" fmla="*/ 1360357 w 1371402"/>
              <a:gd name="connsiteY2" fmla="*/ 767411 h 1348401"/>
              <a:gd name="connsiteX3" fmla="*/ 0 w 1371402"/>
              <a:gd name="connsiteY3" fmla="*/ 757924 h 1348401"/>
              <a:gd name="connsiteX4" fmla="*/ 4894 w 1371402"/>
              <a:gd name="connsiteY4" fmla="*/ 685781 h 1348401"/>
              <a:gd name="connsiteX0" fmla="*/ 4894 w 1371007"/>
              <a:gd name="connsiteY0" fmla="*/ 628517 h 1291137"/>
              <a:gd name="connsiteX1" fmla="*/ 1365250 w 1371007"/>
              <a:gd name="connsiteY1" fmla="*/ 675989 h 1291137"/>
              <a:gd name="connsiteX2" fmla="*/ 1360357 w 1371007"/>
              <a:gd name="connsiteY2" fmla="*/ 710147 h 1291137"/>
              <a:gd name="connsiteX3" fmla="*/ 0 w 1371007"/>
              <a:gd name="connsiteY3" fmla="*/ 700660 h 1291137"/>
              <a:gd name="connsiteX4" fmla="*/ 4894 w 1371007"/>
              <a:gd name="connsiteY4" fmla="*/ 628517 h 1291137"/>
              <a:gd name="connsiteX0" fmla="*/ 4894 w 1369587"/>
              <a:gd name="connsiteY0" fmla="*/ 660164 h 1322784"/>
              <a:gd name="connsiteX1" fmla="*/ 1365250 w 1369587"/>
              <a:gd name="connsiteY1" fmla="*/ 707636 h 1322784"/>
              <a:gd name="connsiteX2" fmla="*/ 1360357 w 1369587"/>
              <a:gd name="connsiteY2" fmla="*/ 741794 h 1322784"/>
              <a:gd name="connsiteX3" fmla="*/ 0 w 1369587"/>
              <a:gd name="connsiteY3" fmla="*/ 732307 h 1322784"/>
              <a:gd name="connsiteX4" fmla="*/ 4894 w 1369587"/>
              <a:gd name="connsiteY4" fmla="*/ 660164 h 1322784"/>
              <a:gd name="connsiteX0" fmla="*/ 9722 w 1369602"/>
              <a:gd name="connsiteY0" fmla="*/ 660164 h 1322784"/>
              <a:gd name="connsiteX1" fmla="*/ 1365250 w 1369602"/>
              <a:gd name="connsiteY1" fmla="*/ 707636 h 1322784"/>
              <a:gd name="connsiteX2" fmla="*/ 1360357 w 1369602"/>
              <a:gd name="connsiteY2" fmla="*/ 741794 h 1322784"/>
              <a:gd name="connsiteX3" fmla="*/ 0 w 1369602"/>
              <a:gd name="connsiteY3" fmla="*/ 732307 h 1322784"/>
              <a:gd name="connsiteX4" fmla="*/ 9722 w 1369602"/>
              <a:gd name="connsiteY4" fmla="*/ 660164 h 1322784"/>
              <a:gd name="connsiteX0" fmla="*/ 66 w 1359946"/>
              <a:gd name="connsiteY0" fmla="*/ 660164 h 1322784"/>
              <a:gd name="connsiteX1" fmla="*/ 1355594 w 1359946"/>
              <a:gd name="connsiteY1" fmla="*/ 707636 h 1322784"/>
              <a:gd name="connsiteX2" fmla="*/ 1350701 w 1359946"/>
              <a:gd name="connsiteY2" fmla="*/ 741794 h 1322784"/>
              <a:gd name="connsiteX3" fmla="*/ 0 w 1359946"/>
              <a:gd name="connsiteY3" fmla="*/ 732307 h 1322784"/>
              <a:gd name="connsiteX4" fmla="*/ 66 w 1359946"/>
              <a:gd name="connsiteY4" fmla="*/ 660164 h 1322784"/>
              <a:gd name="connsiteX0" fmla="*/ 66 w 1388823"/>
              <a:gd name="connsiteY0" fmla="*/ 668497 h 1331117"/>
              <a:gd name="connsiteX1" fmla="*/ 1384561 w 1388823"/>
              <a:gd name="connsiteY1" fmla="*/ 696995 h 1331117"/>
              <a:gd name="connsiteX2" fmla="*/ 1350701 w 1388823"/>
              <a:gd name="connsiteY2" fmla="*/ 750127 h 1331117"/>
              <a:gd name="connsiteX3" fmla="*/ 0 w 1388823"/>
              <a:gd name="connsiteY3" fmla="*/ 740640 h 1331117"/>
              <a:gd name="connsiteX4" fmla="*/ 66 w 1388823"/>
              <a:gd name="connsiteY4" fmla="*/ 668497 h 1331117"/>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357878"/>
              <a:gd name="connsiteX1" fmla="*/ 1384561 w 1388823"/>
              <a:gd name="connsiteY1" fmla="*/ 696995 h 1357878"/>
              <a:gd name="connsiteX2" fmla="*/ 1336218 w 1388823"/>
              <a:gd name="connsiteY2" fmla="*/ 939864 h 1357878"/>
              <a:gd name="connsiteX3" fmla="*/ 0 w 1388823"/>
              <a:gd name="connsiteY3" fmla="*/ 740640 h 1357878"/>
              <a:gd name="connsiteX4" fmla="*/ 66 w 1388823"/>
              <a:gd name="connsiteY4" fmla="*/ 668497 h 1357878"/>
              <a:gd name="connsiteX0" fmla="*/ 4893 w 1393650"/>
              <a:gd name="connsiteY0" fmla="*/ 668497 h 1394664"/>
              <a:gd name="connsiteX1" fmla="*/ 1389388 w 1393650"/>
              <a:gd name="connsiteY1" fmla="*/ 696995 h 1394664"/>
              <a:gd name="connsiteX2" fmla="*/ 1341045 w 1393650"/>
              <a:gd name="connsiteY2" fmla="*/ 939864 h 1394664"/>
              <a:gd name="connsiteX3" fmla="*/ 0 w 1393650"/>
              <a:gd name="connsiteY3" fmla="*/ 811792 h 1394664"/>
              <a:gd name="connsiteX4" fmla="*/ 4893 w 1393650"/>
              <a:gd name="connsiteY4" fmla="*/ 668497 h 1394664"/>
              <a:gd name="connsiteX0" fmla="*/ 4893 w 1393650"/>
              <a:gd name="connsiteY0" fmla="*/ 668497 h 1354383"/>
              <a:gd name="connsiteX1" fmla="*/ 1389388 w 1393650"/>
              <a:gd name="connsiteY1" fmla="*/ 696995 h 1354383"/>
              <a:gd name="connsiteX2" fmla="*/ 1341045 w 1393650"/>
              <a:gd name="connsiteY2" fmla="*/ 939864 h 1354383"/>
              <a:gd name="connsiteX3" fmla="*/ 0 w 1393650"/>
              <a:gd name="connsiteY3" fmla="*/ 811792 h 1354383"/>
              <a:gd name="connsiteX4" fmla="*/ 4893 w 1393650"/>
              <a:gd name="connsiteY4" fmla="*/ 668497 h 1354383"/>
              <a:gd name="connsiteX0" fmla="*/ 5330 w 1394087"/>
              <a:gd name="connsiteY0" fmla="*/ 668497 h 1354383"/>
              <a:gd name="connsiteX1" fmla="*/ 1389825 w 1394087"/>
              <a:gd name="connsiteY1" fmla="*/ 696995 h 1354383"/>
              <a:gd name="connsiteX2" fmla="*/ 1341482 w 1394087"/>
              <a:gd name="connsiteY2" fmla="*/ 939864 h 1354383"/>
              <a:gd name="connsiteX3" fmla="*/ 437 w 1394087"/>
              <a:gd name="connsiteY3" fmla="*/ 811792 h 1354383"/>
              <a:gd name="connsiteX4" fmla="*/ 5330 w 1394087"/>
              <a:gd name="connsiteY4" fmla="*/ 668497 h 1354383"/>
              <a:gd name="connsiteX0" fmla="*/ 0 w 1408010"/>
              <a:gd name="connsiteY0" fmla="*/ 654008 h 1373097"/>
              <a:gd name="connsiteX1" fmla="*/ 1403806 w 1408010"/>
              <a:gd name="connsiteY1" fmla="*/ 715709 h 1373097"/>
              <a:gd name="connsiteX2" fmla="*/ 1355463 w 1408010"/>
              <a:gd name="connsiteY2" fmla="*/ 958578 h 1373097"/>
              <a:gd name="connsiteX3" fmla="*/ 14418 w 1408010"/>
              <a:gd name="connsiteY3" fmla="*/ 830506 h 1373097"/>
              <a:gd name="connsiteX4" fmla="*/ 0 w 1408010"/>
              <a:gd name="connsiteY4" fmla="*/ 654008 h 1373097"/>
              <a:gd name="connsiteX0" fmla="*/ 0 w 1408096"/>
              <a:gd name="connsiteY0" fmla="*/ 640544 h 1359633"/>
              <a:gd name="connsiteX1" fmla="*/ 1403806 w 1408096"/>
              <a:gd name="connsiteY1" fmla="*/ 702245 h 1359633"/>
              <a:gd name="connsiteX2" fmla="*/ 1355463 w 1408096"/>
              <a:gd name="connsiteY2" fmla="*/ 945114 h 1359633"/>
              <a:gd name="connsiteX3" fmla="*/ 14418 w 1408096"/>
              <a:gd name="connsiteY3" fmla="*/ 817042 h 1359633"/>
              <a:gd name="connsiteX4" fmla="*/ 0 w 1408096"/>
              <a:gd name="connsiteY4" fmla="*/ 640544 h 1359633"/>
              <a:gd name="connsiteX0" fmla="*/ 0 w 1404766"/>
              <a:gd name="connsiteY0" fmla="*/ 643774 h 1362863"/>
              <a:gd name="connsiteX1" fmla="*/ 1403806 w 1404766"/>
              <a:gd name="connsiteY1" fmla="*/ 705475 h 1362863"/>
              <a:gd name="connsiteX2" fmla="*/ 1355463 w 1404766"/>
              <a:gd name="connsiteY2" fmla="*/ 948344 h 1362863"/>
              <a:gd name="connsiteX3" fmla="*/ 14418 w 1404766"/>
              <a:gd name="connsiteY3" fmla="*/ 820272 h 1362863"/>
              <a:gd name="connsiteX4" fmla="*/ 0 w 1404766"/>
              <a:gd name="connsiteY4" fmla="*/ 643774 h 1362863"/>
              <a:gd name="connsiteX0" fmla="*/ 0 w 1399638"/>
              <a:gd name="connsiteY0" fmla="*/ 642622 h 1361711"/>
              <a:gd name="connsiteX1" fmla="*/ 1398433 w 1399638"/>
              <a:gd name="connsiteY1" fmla="*/ 706963 h 1361711"/>
              <a:gd name="connsiteX2" fmla="*/ 1355463 w 1399638"/>
              <a:gd name="connsiteY2" fmla="*/ 947192 h 1361711"/>
              <a:gd name="connsiteX3" fmla="*/ 14418 w 1399638"/>
              <a:gd name="connsiteY3" fmla="*/ 819120 h 1361711"/>
              <a:gd name="connsiteX4" fmla="*/ 0 w 1399638"/>
              <a:gd name="connsiteY4" fmla="*/ 642622 h 1361711"/>
              <a:gd name="connsiteX0" fmla="*/ 0 w 1400799"/>
              <a:gd name="connsiteY0" fmla="*/ 642622 h 1361711"/>
              <a:gd name="connsiteX1" fmla="*/ 1398433 w 1400799"/>
              <a:gd name="connsiteY1" fmla="*/ 706963 h 1361711"/>
              <a:gd name="connsiteX2" fmla="*/ 1355463 w 1400799"/>
              <a:gd name="connsiteY2" fmla="*/ 947192 h 1361711"/>
              <a:gd name="connsiteX3" fmla="*/ 14418 w 1400799"/>
              <a:gd name="connsiteY3" fmla="*/ 819120 h 1361711"/>
              <a:gd name="connsiteX4" fmla="*/ 0 w 1400799"/>
              <a:gd name="connsiteY4" fmla="*/ 642622 h 1361711"/>
              <a:gd name="connsiteX0" fmla="*/ 0 w 1400799"/>
              <a:gd name="connsiteY0" fmla="*/ 642622 h 1360734"/>
              <a:gd name="connsiteX1" fmla="*/ 1398433 w 1400799"/>
              <a:gd name="connsiteY1" fmla="*/ 706963 h 1360734"/>
              <a:gd name="connsiteX2" fmla="*/ 1355463 w 1400799"/>
              <a:gd name="connsiteY2" fmla="*/ 947192 h 1360734"/>
              <a:gd name="connsiteX3" fmla="*/ 14418 w 1400799"/>
              <a:gd name="connsiteY3" fmla="*/ 819120 h 1360734"/>
              <a:gd name="connsiteX4" fmla="*/ 0 w 1400799"/>
              <a:gd name="connsiteY4" fmla="*/ 642622 h 1360734"/>
              <a:gd name="connsiteX0" fmla="*/ 0 w 1400799"/>
              <a:gd name="connsiteY0" fmla="*/ 642622 h 1347487"/>
              <a:gd name="connsiteX1" fmla="*/ 1398433 w 1400799"/>
              <a:gd name="connsiteY1" fmla="*/ 706963 h 1347487"/>
              <a:gd name="connsiteX2" fmla="*/ 1355463 w 1400799"/>
              <a:gd name="connsiteY2" fmla="*/ 947192 h 1347487"/>
              <a:gd name="connsiteX3" fmla="*/ 17104 w 1400799"/>
              <a:gd name="connsiteY3" fmla="*/ 792723 h 1347487"/>
              <a:gd name="connsiteX4" fmla="*/ 0 w 1400799"/>
              <a:gd name="connsiteY4" fmla="*/ 642622 h 1347487"/>
              <a:gd name="connsiteX0" fmla="*/ 0 w 1400799"/>
              <a:gd name="connsiteY0" fmla="*/ 642622 h 1356367"/>
              <a:gd name="connsiteX1" fmla="*/ 1398433 w 1400799"/>
              <a:gd name="connsiteY1" fmla="*/ 706963 h 1356367"/>
              <a:gd name="connsiteX2" fmla="*/ 1355463 w 1400799"/>
              <a:gd name="connsiteY2" fmla="*/ 947192 h 1356367"/>
              <a:gd name="connsiteX3" fmla="*/ 17104 w 1400799"/>
              <a:gd name="connsiteY3" fmla="*/ 792723 h 1356367"/>
              <a:gd name="connsiteX4" fmla="*/ 0 w 1400799"/>
              <a:gd name="connsiteY4" fmla="*/ 642622 h 1356367"/>
              <a:gd name="connsiteX0" fmla="*/ 12758 w 1384003"/>
              <a:gd name="connsiteY0" fmla="*/ 580396 h 1447249"/>
              <a:gd name="connsiteX1" fmla="*/ 1381637 w 1384003"/>
              <a:gd name="connsiteY1" fmla="*/ 797845 h 1447249"/>
              <a:gd name="connsiteX2" fmla="*/ 1338667 w 1384003"/>
              <a:gd name="connsiteY2" fmla="*/ 1038074 h 1447249"/>
              <a:gd name="connsiteX3" fmla="*/ 308 w 1384003"/>
              <a:gd name="connsiteY3" fmla="*/ 883605 h 1447249"/>
              <a:gd name="connsiteX4" fmla="*/ 12758 w 1384003"/>
              <a:gd name="connsiteY4" fmla="*/ 580396 h 1447249"/>
              <a:gd name="connsiteX0" fmla="*/ 13072 w 1384317"/>
              <a:gd name="connsiteY0" fmla="*/ 580396 h 1447249"/>
              <a:gd name="connsiteX1" fmla="*/ 1381951 w 1384317"/>
              <a:gd name="connsiteY1" fmla="*/ 797845 h 1447249"/>
              <a:gd name="connsiteX2" fmla="*/ 1338981 w 1384317"/>
              <a:gd name="connsiteY2" fmla="*/ 1038074 h 1447249"/>
              <a:gd name="connsiteX3" fmla="*/ 622 w 1384317"/>
              <a:gd name="connsiteY3" fmla="*/ 883605 h 1447249"/>
              <a:gd name="connsiteX4" fmla="*/ 13072 w 1384317"/>
              <a:gd name="connsiteY4" fmla="*/ 580396 h 1447249"/>
              <a:gd name="connsiteX0" fmla="*/ 26189 w 1383999"/>
              <a:gd name="connsiteY0" fmla="*/ 575445 h 1455497"/>
              <a:gd name="connsiteX1" fmla="*/ 1381633 w 1383999"/>
              <a:gd name="connsiteY1" fmla="*/ 806093 h 1455497"/>
              <a:gd name="connsiteX2" fmla="*/ 1338663 w 1383999"/>
              <a:gd name="connsiteY2" fmla="*/ 1046322 h 1455497"/>
              <a:gd name="connsiteX3" fmla="*/ 304 w 1383999"/>
              <a:gd name="connsiteY3" fmla="*/ 891853 h 1455497"/>
              <a:gd name="connsiteX4" fmla="*/ 26189 w 1383999"/>
              <a:gd name="connsiteY4" fmla="*/ 575445 h 1455497"/>
              <a:gd name="connsiteX0" fmla="*/ 26317 w 1384127"/>
              <a:gd name="connsiteY0" fmla="*/ 575445 h 1455497"/>
              <a:gd name="connsiteX1" fmla="*/ 1381761 w 1384127"/>
              <a:gd name="connsiteY1" fmla="*/ 806093 h 1455497"/>
              <a:gd name="connsiteX2" fmla="*/ 1338791 w 1384127"/>
              <a:gd name="connsiteY2" fmla="*/ 1046322 h 1455497"/>
              <a:gd name="connsiteX3" fmla="*/ 432 w 1384127"/>
              <a:gd name="connsiteY3" fmla="*/ 891853 h 1455497"/>
              <a:gd name="connsiteX4" fmla="*/ 26317 w 1384127"/>
              <a:gd name="connsiteY4" fmla="*/ 575445 h 1455497"/>
              <a:gd name="connsiteX0" fmla="*/ 26317 w 1384127"/>
              <a:gd name="connsiteY0" fmla="*/ 468636 h 1348688"/>
              <a:gd name="connsiteX1" fmla="*/ 1381761 w 1384127"/>
              <a:gd name="connsiteY1" fmla="*/ 699284 h 1348688"/>
              <a:gd name="connsiteX2" fmla="*/ 1338791 w 1384127"/>
              <a:gd name="connsiteY2" fmla="*/ 939513 h 1348688"/>
              <a:gd name="connsiteX3" fmla="*/ 432 w 1384127"/>
              <a:gd name="connsiteY3" fmla="*/ 785044 h 1348688"/>
              <a:gd name="connsiteX4" fmla="*/ 26317 w 1384127"/>
              <a:gd name="connsiteY4" fmla="*/ 468636 h 1348688"/>
              <a:gd name="connsiteX0" fmla="*/ 26317 w 1384127"/>
              <a:gd name="connsiteY0" fmla="*/ 474629 h 1354681"/>
              <a:gd name="connsiteX1" fmla="*/ 1381761 w 1384127"/>
              <a:gd name="connsiteY1" fmla="*/ 705277 h 1354681"/>
              <a:gd name="connsiteX2" fmla="*/ 1338791 w 1384127"/>
              <a:gd name="connsiteY2" fmla="*/ 945506 h 1354681"/>
              <a:gd name="connsiteX3" fmla="*/ 432 w 1384127"/>
              <a:gd name="connsiteY3" fmla="*/ 791037 h 1354681"/>
              <a:gd name="connsiteX4" fmla="*/ 26317 w 1384127"/>
              <a:gd name="connsiteY4" fmla="*/ 474629 h 1354681"/>
              <a:gd name="connsiteX0" fmla="*/ 26317 w 1384127"/>
              <a:gd name="connsiteY0" fmla="*/ 466934 h 1346986"/>
              <a:gd name="connsiteX1" fmla="*/ 1381761 w 1384127"/>
              <a:gd name="connsiteY1" fmla="*/ 697582 h 1346986"/>
              <a:gd name="connsiteX2" fmla="*/ 1338791 w 1384127"/>
              <a:gd name="connsiteY2" fmla="*/ 937811 h 1346986"/>
              <a:gd name="connsiteX3" fmla="*/ 432 w 1384127"/>
              <a:gd name="connsiteY3" fmla="*/ 783342 h 1346986"/>
              <a:gd name="connsiteX4" fmla="*/ 26317 w 1384127"/>
              <a:gd name="connsiteY4" fmla="*/ 466934 h 1346986"/>
              <a:gd name="connsiteX0" fmla="*/ 26317 w 1384127"/>
              <a:gd name="connsiteY0" fmla="*/ 463881 h 1343933"/>
              <a:gd name="connsiteX1" fmla="*/ 1381761 w 1384127"/>
              <a:gd name="connsiteY1" fmla="*/ 694529 h 1343933"/>
              <a:gd name="connsiteX2" fmla="*/ 1338791 w 1384127"/>
              <a:gd name="connsiteY2" fmla="*/ 934758 h 1343933"/>
              <a:gd name="connsiteX3" fmla="*/ 432 w 1384127"/>
              <a:gd name="connsiteY3" fmla="*/ 780289 h 1343933"/>
              <a:gd name="connsiteX4" fmla="*/ 26317 w 1384127"/>
              <a:gd name="connsiteY4" fmla="*/ 463881 h 1343933"/>
              <a:gd name="connsiteX0" fmla="*/ 26317 w 1395853"/>
              <a:gd name="connsiteY0" fmla="*/ 460078 h 1340130"/>
              <a:gd name="connsiteX1" fmla="*/ 1394912 w 1395853"/>
              <a:gd name="connsiteY1" fmla="*/ 700234 h 1340130"/>
              <a:gd name="connsiteX2" fmla="*/ 1338791 w 1395853"/>
              <a:gd name="connsiteY2" fmla="*/ 930955 h 1340130"/>
              <a:gd name="connsiteX3" fmla="*/ 432 w 1395853"/>
              <a:gd name="connsiteY3" fmla="*/ 776486 h 1340130"/>
              <a:gd name="connsiteX4" fmla="*/ 26317 w 1395853"/>
              <a:gd name="connsiteY4" fmla="*/ 460078 h 1340130"/>
              <a:gd name="connsiteX0" fmla="*/ 25885 w 1395421"/>
              <a:gd name="connsiteY0" fmla="*/ 460078 h 1340130"/>
              <a:gd name="connsiteX1" fmla="*/ 1394480 w 1395421"/>
              <a:gd name="connsiteY1" fmla="*/ 700234 h 1340130"/>
              <a:gd name="connsiteX2" fmla="*/ 1338359 w 1395421"/>
              <a:gd name="connsiteY2" fmla="*/ 930955 h 1340130"/>
              <a:gd name="connsiteX3" fmla="*/ 0 w 1395421"/>
              <a:gd name="connsiteY3" fmla="*/ 776486 h 1340130"/>
              <a:gd name="connsiteX4" fmla="*/ 25885 w 1395421"/>
              <a:gd name="connsiteY4" fmla="*/ 460078 h 1340130"/>
              <a:gd name="connsiteX0" fmla="*/ 42324 w 1395421"/>
              <a:gd name="connsiteY0" fmla="*/ 456316 h 1345876"/>
              <a:gd name="connsiteX1" fmla="*/ 1394480 w 1395421"/>
              <a:gd name="connsiteY1" fmla="*/ 705980 h 1345876"/>
              <a:gd name="connsiteX2" fmla="*/ 1338359 w 1395421"/>
              <a:gd name="connsiteY2" fmla="*/ 936701 h 1345876"/>
              <a:gd name="connsiteX3" fmla="*/ 0 w 1395421"/>
              <a:gd name="connsiteY3" fmla="*/ 782232 h 1345876"/>
              <a:gd name="connsiteX4" fmla="*/ 42324 w 1395421"/>
              <a:gd name="connsiteY4" fmla="*/ 456316 h 1345876"/>
              <a:gd name="connsiteX0" fmla="*/ 42324 w 1395421"/>
              <a:gd name="connsiteY0" fmla="*/ 460311 h 1349871"/>
              <a:gd name="connsiteX1" fmla="*/ 1394480 w 1395421"/>
              <a:gd name="connsiteY1" fmla="*/ 709975 h 1349871"/>
              <a:gd name="connsiteX2" fmla="*/ 1338359 w 1395421"/>
              <a:gd name="connsiteY2" fmla="*/ 940696 h 1349871"/>
              <a:gd name="connsiteX3" fmla="*/ 0 w 1395421"/>
              <a:gd name="connsiteY3" fmla="*/ 786227 h 1349871"/>
              <a:gd name="connsiteX4" fmla="*/ 42324 w 1395421"/>
              <a:gd name="connsiteY4" fmla="*/ 460311 h 1349871"/>
              <a:gd name="connsiteX0" fmla="*/ 42324 w 1395421"/>
              <a:gd name="connsiteY0" fmla="*/ 457648 h 1347208"/>
              <a:gd name="connsiteX1" fmla="*/ 1394480 w 1395421"/>
              <a:gd name="connsiteY1" fmla="*/ 707312 h 1347208"/>
              <a:gd name="connsiteX2" fmla="*/ 1338359 w 1395421"/>
              <a:gd name="connsiteY2" fmla="*/ 938033 h 1347208"/>
              <a:gd name="connsiteX3" fmla="*/ 0 w 1395421"/>
              <a:gd name="connsiteY3" fmla="*/ 783564 h 1347208"/>
              <a:gd name="connsiteX4" fmla="*/ 42324 w 1395421"/>
              <a:gd name="connsiteY4" fmla="*/ 457648 h 1347208"/>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39036 w 1395421"/>
              <a:gd name="connsiteY0" fmla="*/ 447832 h 1362746"/>
              <a:gd name="connsiteX1" fmla="*/ 1394480 w 1395421"/>
              <a:gd name="connsiteY1" fmla="*/ 722850 h 1362746"/>
              <a:gd name="connsiteX2" fmla="*/ 1338359 w 1395421"/>
              <a:gd name="connsiteY2" fmla="*/ 953571 h 1362746"/>
              <a:gd name="connsiteX3" fmla="*/ 0 w 1395421"/>
              <a:gd name="connsiteY3" fmla="*/ 799102 h 1362746"/>
              <a:gd name="connsiteX4" fmla="*/ 39036 w 1395421"/>
              <a:gd name="connsiteY4" fmla="*/ 447832 h 1362746"/>
              <a:gd name="connsiteX0" fmla="*/ 39036 w 1395421"/>
              <a:gd name="connsiteY0" fmla="*/ 433087 h 1348001"/>
              <a:gd name="connsiteX1" fmla="*/ 1394480 w 1395421"/>
              <a:gd name="connsiteY1" fmla="*/ 708105 h 1348001"/>
              <a:gd name="connsiteX2" fmla="*/ 1338359 w 1395421"/>
              <a:gd name="connsiteY2" fmla="*/ 938826 h 1348001"/>
              <a:gd name="connsiteX3" fmla="*/ 0 w 1395421"/>
              <a:gd name="connsiteY3" fmla="*/ 784357 h 1348001"/>
              <a:gd name="connsiteX4" fmla="*/ 39036 w 1395421"/>
              <a:gd name="connsiteY4" fmla="*/ 433087 h 1348001"/>
              <a:gd name="connsiteX0" fmla="*/ 41940 w 1398325"/>
              <a:gd name="connsiteY0" fmla="*/ 433087 h 1348001"/>
              <a:gd name="connsiteX1" fmla="*/ 1397384 w 1398325"/>
              <a:gd name="connsiteY1" fmla="*/ 708105 h 1348001"/>
              <a:gd name="connsiteX2" fmla="*/ 1341263 w 1398325"/>
              <a:gd name="connsiteY2" fmla="*/ 938826 h 1348001"/>
              <a:gd name="connsiteX3" fmla="*/ 2904 w 1398325"/>
              <a:gd name="connsiteY3" fmla="*/ 784357 h 1348001"/>
              <a:gd name="connsiteX4" fmla="*/ 41940 w 1398325"/>
              <a:gd name="connsiteY4" fmla="*/ 433087 h 134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325" h="1348001">
                <a:moveTo>
                  <a:pt x="41940" y="433087"/>
                </a:moveTo>
                <a:cubicBezTo>
                  <a:pt x="356074" y="-265149"/>
                  <a:pt x="1414477" y="-79963"/>
                  <a:pt x="1397384" y="708105"/>
                </a:cubicBezTo>
                <a:cubicBezTo>
                  <a:pt x="1401659" y="712808"/>
                  <a:pt x="1392780" y="808856"/>
                  <a:pt x="1341263" y="938826"/>
                </a:cubicBezTo>
                <a:cubicBezTo>
                  <a:pt x="1159695" y="1431081"/>
                  <a:pt x="216547" y="1589193"/>
                  <a:pt x="2904" y="784357"/>
                </a:cubicBezTo>
                <a:cubicBezTo>
                  <a:pt x="-6912" y="577148"/>
                  <a:pt x="8657" y="576976"/>
                  <a:pt x="41940" y="433087"/>
                </a:cubicBezTo>
                <a:close/>
              </a:path>
            </a:pathLst>
          </a:custGeom>
        </p:spPr>
        <p:txBody>
          <a:bodyPr/>
          <a:lstStyle>
            <a:lvl1pPr>
              <a:defRPr sz="1100">
                <a:latin typeface="Arial" panose="020B0604020202020204" pitchFamily="34" charset="0"/>
                <a:cs typeface="Arial" panose="020B0604020202020204" pitchFamily="34" charset="0"/>
              </a:defRPr>
            </a:lvl1pPr>
          </a:lstStyle>
          <a:p>
            <a:endParaRPr lang="de-AT" dirty="0"/>
          </a:p>
        </p:txBody>
      </p:sp>
      <p:sp>
        <p:nvSpPr>
          <p:cNvPr id="39" name="Ellipse 38"/>
          <p:cNvSpPr/>
          <p:nvPr userDrawn="1"/>
        </p:nvSpPr>
        <p:spPr>
          <a:xfrm>
            <a:off x="6421840" y="3180412"/>
            <a:ext cx="1427148" cy="1427148"/>
          </a:xfrm>
          <a:prstGeom prst="ellipse">
            <a:avLst/>
          </a:prstGeom>
          <a:noFill/>
          <a:ln w="57150" cmpd="dbl">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de-AT">
              <a:effectLst/>
            </a:endParaRPr>
          </a:p>
        </p:txBody>
      </p:sp>
      <p:sp>
        <p:nvSpPr>
          <p:cNvPr id="40" name="Bildplatzhalter 6"/>
          <p:cNvSpPr>
            <a:spLocks noGrp="1"/>
          </p:cNvSpPr>
          <p:nvPr>
            <p:ph type="pic" sz="quarter" idx="28"/>
          </p:nvPr>
        </p:nvSpPr>
        <p:spPr>
          <a:xfrm>
            <a:off x="6458765" y="3217733"/>
            <a:ext cx="1350386" cy="1350392"/>
          </a:xfrm>
          <a:custGeom>
            <a:avLst/>
            <a:gdLst>
              <a:gd name="connsiteX0" fmla="*/ 0 w 1370013"/>
              <a:gd name="connsiteY0" fmla="*/ 0 h 1355725"/>
              <a:gd name="connsiteX1" fmla="*/ 1370013 w 1370013"/>
              <a:gd name="connsiteY1" fmla="*/ 0 h 1355725"/>
              <a:gd name="connsiteX2" fmla="*/ 1370013 w 1370013"/>
              <a:gd name="connsiteY2" fmla="*/ 1355725 h 1355725"/>
              <a:gd name="connsiteX3" fmla="*/ 0 w 1370013"/>
              <a:gd name="connsiteY3" fmla="*/ 1355725 h 1355725"/>
              <a:gd name="connsiteX4" fmla="*/ 0 w 1370013"/>
              <a:gd name="connsiteY4" fmla="*/ 0 h 1355725"/>
              <a:gd name="connsiteX0" fmla="*/ 0 w 1370013"/>
              <a:gd name="connsiteY0" fmla="*/ 0 h 1355725"/>
              <a:gd name="connsiteX1" fmla="*/ 1365250 w 1370013"/>
              <a:gd name="connsiteY1" fmla="*/ 723900 h 1355725"/>
              <a:gd name="connsiteX2" fmla="*/ 1370013 w 1370013"/>
              <a:gd name="connsiteY2" fmla="*/ 1355725 h 1355725"/>
              <a:gd name="connsiteX3" fmla="*/ 0 w 1370013"/>
              <a:gd name="connsiteY3" fmla="*/ 1355725 h 1355725"/>
              <a:gd name="connsiteX4" fmla="*/ 0 w 1370013"/>
              <a:gd name="connsiteY4" fmla="*/ 0 h 1355725"/>
              <a:gd name="connsiteX0" fmla="*/ 4763 w 1370013"/>
              <a:gd name="connsiteY0" fmla="*/ 0 h 641350"/>
              <a:gd name="connsiteX1" fmla="*/ 1365250 w 1370013"/>
              <a:gd name="connsiteY1" fmla="*/ 9525 h 641350"/>
              <a:gd name="connsiteX2" fmla="*/ 1370013 w 1370013"/>
              <a:gd name="connsiteY2" fmla="*/ 641350 h 641350"/>
              <a:gd name="connsiteX3" fmla="*/ 0 w 1370013"/>
              <a:gd name="connsiteY3" fmla="*/ 641350 h 641350"/>
              <a:gd name="connsiteX4" fmla="*/ 4763 w 1370013"/>
              <a:gd name="connsiteY4" fmla="*/ 0 h 641350"/>
              <a:gd name="connsiteX0" fmla="*/ 4763 w 1370013"/>
              <a:gd name="connsiteY0" fmla="*/ 595847 h 1237197"/>
              <a:gd name="connsiteX1" fmla="*/ 1365250 w 1370013"/>
              <a:gd name="connsiteY1" fmla="*/ 605372 h 1237197"/>
              <a:gd name="connsiteX2" fmla="*/ 1370013 w 1370013"/>
              <a:gd name="connsiteY2" fmla="*/ 1237197 h 1237197"/>
              <a:gd name="connsiteX3" fmla="*/ 0 w 1370013"/>
              <a:gd name="connsiteY3" fmla="*/ 1237197 h 1237197"/>
              <a:gd name="connsiteX4" fmla="*/ 4763 w 1370013"/>
              <a:gd name="connsiteY4" fmla="*/ 595847 h 1237197"/>
              <a:gd name="connsiteX0" fmla="*/ 4763 w 1370013"/>
              <a:gd name="connsiteY0" fmla="*/ 764647 h 1405997"/>
              <a:gd name="connsiteX1" fmla="*/ 1365250 w 1370013"/>
              <a:gd name="connsiteY1" fmla="*/ 774172 h 1405997"/>
              <a:gd name="connsiteX2" fmla="*/ 1370013 w 1370013"/>
              <a:gd name="connsiteY2" fmla="*/ 1405997 h 1405997"/>
              <a:gd name="connsiteX3" fmla="*/ 0 w 1370013"/>
              <a:gd name="connsiteY3" fmla="*/ 1405997 h 1405997"/>
              <a:gd name="connsiteX4" fmla="*/ 4763 w 1370013"/>
              <a:gd name="connsiteY4" fmla="*/ 764647 h 1405997"/>
              <a:gd name="connsiteX0" fmla="*/ 4763 w 1370013"/>
              <a:gd name="connsiteY0" fmla="*/ 716251 h 1357601"/>
              <a:gd name="connsiteX1" fmla="*/ 1365250 w 1370013"/>
              <a:gd name="connsiteY1" fmla="*/ 725776 h 1357601"/>
              <a:gd name="connsiteX2" fmla="*/ 1370013 w 1370013"/>
              <a:gd name="connsiteY2" fmla="*/ 1357601 h 1357601"/>
              <a:gd name="connsiteX3" fmla="*/ 0 w 1370013"/>
              <a:gd name="connsiteY3" fmla="*/ 1357601 h 1357601"/>
              <a:gd name="connsiteX4" fmla="*/ 4763 w 1370013"/>
              <a:gd name="connsiteY4" fmla="*/ 716251 h 1357601"/>
              <a:gd name="connsiteX0" fmla="*/ 211 w 1374986"/>
              <a:gd name="connsiteY0" fmla="*/ 716251 h 1357601"/>
              <a:gd name="connsiteX1" fmla="*/ 1370223 w 1374986"/>
              <a:gd name="connsiteY1" fmla="*/ 725776 h 1357601"/>
              <a:gd name="connsiteX2" fmla="*/ 1374986 w 1374986"/>
              <a:gd name="connsiteY2" fmla="*/ 1357601 h 1357601"/>
              <a:gd name="connsiteX3" fmla="*/ 4973 w 1374986"/>
              <a:gd name="connsiteY3" fmla="*/ 1357601 h 1357601"/>
              <a:gd name="connsiteX4" fmla="*/ 211 w 1374986"/>
              <a:gd name="connsiteY4" fmla="*/ 716251 h 1357601"/>
              <a:gd name="connsiteX0" fmla="*/ 0 w 1374775"/>
              <a:gd name="connsiteY0" fmla="*/ 716251 h 1357601"/>
              <a:gd name="connsiteX1" fmla="*/ 1370012 w 1374775"/>
              <a:gd name="connsiteY1" fmla="*/ 725776 h 1357601"/>
              <a:gd name="connsiteX2" fmla="*/ 1374775 w 1374775"/>
              <a:gd name="connsiteY2" fmla="*/ 1357601 h 1357601"/>
              <a:gd name="connsiteX3" fmla="*/ 4762 w 1374775"/>
              <a:gd name="connsiteY3" fmla="*/ 1357601 h 1357601"/>
              <a:gd name="connsiteX4" fmla="*/ 0 w 1374775"/>
              <a:gd name="connsiteY4" fmla="*/ 716251 h 1357601"/>
              <a:gd name="connsiteX0" fmla="*/ 0 w 1374775"/>
              <a:gd name="connsiteY0" fmla="*/ 686229 h 1327579"/>
              <a:gd name="connsiteX1" fmla="*/ 1370012 w 1374775"/>
              <a:gd name="connsiteY1" fmla="*/ 695754 h 1327579"/>
              <a:gd name="connsiteX2" fmla="*/ 1374775 w 1374775"/>
              <a:gd name="connsiteY2" fmla="*/ 1327579 h 1327579"/>
              <a:gd name="connsiteX3" fmla="*/ 4762 w 1374775"/>
              <a:gd name="connsiteY3" fmla="*/ 1327579 h 1327579"/>
              <a:gd name="connsiteX4" fmla="*/ 0 w 1374775"/>
              <a:gd name="connsiteY4" fmla="*/ 686229 h 1327579"/>
              <a:gd name="connsiteX0" fmla="*/ 0 w 1375266"/>
              <a:gd name="connsiteY0" fmla="*/ 707643 h 1348993"/>
              <a:gd name="connsiteX1" fmla="*/ 1370012 w 1375266"/>
              <a:gd name="connsiteY1" fmla="*/ 717168 h 1348993"/>
              <a:gd name="connsiteX2" fmla="*/ 1374775 w 1375266"/>
              <a:gd name="connsiteY2" fmla="*/ 1348993 h 1348993"/>
              <a:gd name="connsiteX3" fmla="*/ 4762 w 1375266"/>
              <a:gd name="connsiteY3" fmla="*/ 1348993 h 1348993"/>
              <a:gd name="connsiteX4" fmla="*/ 0 w 1375266"/>
              <a:gd name="connsiteY4" fmla="*/ 707643 h 1348993"/>
              <a:gd name="connsiteX0" fmla="*/ 0 w 1375506"/>
              <a:gd name="connsiteY0" fmla="*/ 713559 h 1354909"/>
              <a:gd name="connsiteX1" fmla="*/ 1370012 w 1375506"/>
              <a:gd name="connsiteY1" fmla="*/ 723084 h 1354909"/>
              <a:gd name="connsiteX2" fmla="*/ 1374775 w 1375506"/>
              <a:gd name="connsiteY2" fmla="*/ 1354909 h 1354909"/>
              <a:gd name="connsiteX3" fmla="*/ 4762 w 1375506"/>
              <a:gd name="connsiteY3" fmla="*/ 1354909 h 1354909"/>
              <a:gd name="connsiteX4" fmla="*/ 0 w 1375506"/>
              <a:gd name="connsiteY4" fmla="*/ 713559 h 1354909"/>
              <a:gd name="connsiteX0" fmla="*/ 0 w 1375468"/>
              <a:gd name="connsiteY0" fmla="*/ 697806 h 1339156"/>
              <a:gd name="connsiteX1" fmla="*/ 1370012 w 1375468"/>
              <a:gd name="connsiteY1" fmla="*/ 707331 h 1339156"/>
              <a:gd name="connsiteX2" fmla="*/ 1374775 w 1375468"/>
              <a:gd name="connsiteY2" fmla="*/ 1339156 h 1339156"/>
              <a:gd name="connsiteX3" fmla="*/ 4762 w 1375468"/>
              <a:gd name="connsiteY3" fmla="*/ 1339156 h 1339156"/>
              <a:gd name="connsiteX4" fmla="*/ 0 w 1375468"/>
              <a:gd name="connsiteY4" fmla="*/ 697806 h 1339156"/>
              <a:gd name="connsiteX0" fmla="*/ 0 w 1375430"/>
              <a:gd name="connsiteY0" fmla="*/ 705673 h 1347023"/>
              <a:gd name="connsiteX1" fmla="*/ 1370012 w 1375430"/>
              <a:gd name="connsiteY1" fmla="*/ 715198 h 1347023"/>
              <a:gd name="connsiteX2" fmla="*/ 1374775 w 1375430"/>
              <a:gd name="connsiteY2" fmla="*/ 1347023 h 1347023"/>
              <a:gd name="connsiteX3" fmla="*/ 4762 w 1375430"/>
              <a:gd name="connsiteY3" fmla="*/ 1347023 h 1347023"/>
              <a:gd name="connsiteX4" fmla="*/ 0 w 1375430"/>
              <a:gd name="connsiteY4" fmla="*/ 705673 h 1347023"/>
              <a:gd name="connsiteX0" fmla="*/ 0 w 1375929"/>
              <a:gd name="connsiteY0" fmla="*/ 701030 h 1342380"/>
              <a:gd name="connsiteX1" fmla="*/ 1370012 w 1375929"/>
              <a:gd name="connsiteY1" fmla="*/ 710555 h 1342380"/>
              <a:gd name="connsiteX2" fmla="*/ 1374775 w 1375929"/>
              <a:gd name="connsiteY2" fmla="*/ 1342380 h 1342380"/>
              <a:gd name="connsiteX3" fmla="*/ 4762 w 1375929"/>
              <a:gd name="connsiteY3" fmla="*/ 1342380 h 1342380"/>
              <a:gd name="connsiteX4" fmla="*/ 0 w 1375929"/>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1342380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342380"/>
              <a:gd name="connsiteX1" fmla="*/ 1370012 w 1376120"/>
              <a:gd name="connsiteY1" fmla="*/ 710555 h 1342380"/>
              <a:gd name="connsiteX2" fmla="*/ 1374775 w 1376120"/>
              <a:gd name="connsiteY2" fmla="*/ 1342380 h 1342380"/>
              <a:gd name="connsiteX3" fmla="*/ 4762 w 1376120"/>
              <a:gd name="connsiteY3" fmla="*/ 735226 h 1342380"/>
              <a:gd name="connsiteX4" fmla="*/ 0 w 1376120"/>
              <a:gd name="connsiteY4" fmla="*/ 701030 h 1342380"/>
              <a:gd name="connsiteX0" fmla="*/ 0 w 1376120"/>
              <a:gd name="connsiteY0" fmla="*/ 701030 h 1093683"/>
              <a:gd name="connsiteX1" fmla="*/ 1370012 w 1376120"/>
              <a:gd name="connsiteY1" fmla="*/ 710555 h 1093683"/>
              <a:gd name="connsiteX2" fmla="*/ 1365119 w 1376120"/>
              <a:gd name="connsiteY2" fmla="*/ 744713 h 1093683"/>
              <a:gd name="connsiteX3" fmla="*/ 4762 w 1376120"/>
              <a:gd name="connsiteY3" fmla="*/ 735226 h 1093683"/>
              <a:gd name="connsiteX4" fmla="*/ 0 w 1376120"/>
              <a:gd name="connsiteY4" fmla="*/ 701030 h 1093683"/>
              <a:gd name="connsiteX0" fmla="*/ 0 w 1376120"/>
              <a:gd name="connsiteY0" fmla="*/ 701030 h 1329471"/>
              <a:gd name="connsiteX1" fmla="*/ 1370012 w 1376120"/>
              <a:gd name="connsiteY1" fmla="*/ 710555 h 1329471"/>
              <a:gd name="connsiteX2" fmla="*/ 1365119 w 1376120"/>
              <a:gd name="connsiteY2" fmla="*/ 744713 h 1329471"/>
              <a:gd name="connsiteX3" fmla="*/ 4762 w 1376120"/>
              <a:gd name="connsiteY3" fmla="*/ 735226 h 1329471"/>
              <a:gd name="connsiteX4" fmla="*/ 0 w 1376120"/>
              <a:gd name="connsiteY4" fmla="*/ 701030 h 1329471"/>
              <a:gd name="connsiteX0" fmla="*/ 0 w 1376120"/>
              <a:gd name="connsiteY0" fmla="*/ 701030 h 1325703"/>
              <a:gd name="connsiteX1" fmla="*/ 1370012 w 1376120"/>
              <a:gd name="connsiteY1" fmla="*/ 710555 h 1325703"/>
              <a:gd name="connsiteX2" fmla="*/ 1365119 w 1376120"/>
              <a:gd name="connsiteY2" fmla="*/ 744713 h 1325703"/>
              <a:gd name="connsiteX3" fmla="*/ 4762 w 1376120"/>
              <a:gd name="connsiteY3" fmla="*/ 735226 h 1325703"/>
              <a:gd name="connsiteX4" fmla="*/ 0 w 1376120"/>
              <a:gd name="connsiteY4" fmla="*/ 701030 h 1325703"/>
              <a:gd name="connsiteX0" fmla="*/ 4894 w 1371402"/>
              <a:gd name="connsiteY0" fmla="*/ 685781 h 1348401"/>
              <a:gd name="connsiteX1" fmla="*/ 1365250 w 1371402"/>
              <a:gd name="connsiteY1" fmla="*/ 733253 h 1348401"/>
              <a:gd name="connsiteX2" fmla="*/ 1360357 w 1371402"/>
              <a:gd name="connsiteY2" fmla="*/ 767411 h 1348401"/>
              <a:gd name="connsiteX3" fmla="*/ 0 w 1371402"/>
              <a:gd name="connsiteY3" fmla="*/ 757924 h 1348401"/>
              <a:gd name="connsiteX4" fmla="*/ 4894 w 1371402"/>
              <a:gd name="connsiteY4" fmla="*/ 685781 h 1348401"/>
              <a:gd name="connsiteX0" fmla="*/ 4894 w 1371007"/>
              <a:gd name="connsiteY0" fmla="*/ 628517 h 1291137"/>
              <a:gd name="connsiteX1" fmla="*/ 1365250 w 1371007"/>
              <a:gd name="connsiteY1" fmla="*/ 675989 h 1291137"/>
              <a:gd name="connsiteX2" fmla="*/ 1360357 w 1371007"/>
              <a:gd name="connsiteY2" fmla="*/ 710147 h 1291137"/>
              <a:gd name="connsiteX3" fmla="*/ 0 w 1371007"/>
              <a:gd name="connsiteY3" fmla="*/ 700660 h 1291137"/>
              <a:gd name="connsiteX4" fmla="*/ 4894 w 1371007"/>
              <a:gd name="connsiteY4" fmla="*/ 628517 h 1291137"/>
              <a:gd name="connsiteX0" fmla="*/ 4894 w 1369587"/>
              <a:gd name="connsiteY0" fmla="*/ 660164 h 1322784"/>
              <a:gd name="connsiteX1" fmla="*/ 1365250 w 1369587"/>
              <a:gd name="connsiteY1" fmla="*/ 707636 h 1322784"/>
              <a:gd name="connsiteX2" fmla="*/ 1360357 w 1369587"/>
              <a:gd name="connsiteY2" fmla="*/ 741794 h 1322784"/>
              <a:gd name="connsiteX3" fmla="*/ 0 w 1369587"/>
              <a:gd name="connsiteY3" fmla="*/ 732307 h 1322784"/>
              <a:gd name="connsiteX4" fmla="*/ 4894 w 1369587"/>
              <a:gd name="connsiteY4" fmla="*/ 660164 h 1322784"/>
              <a:gd name="connsiteX0" fmla="*/ 9722 w 1369602"/>
              <a:gd name="connsiteY0" fmla="*/ 660164 h 1322784"/>
              <a:gd name="connsiteX1" fmla="*/ 1365250 w 1369602"/>
              <a:gd name="connsiteY1" fmla="*/ 707636 h 1322784"/>
              <a:gd name="connsiteX2" fmla="*/ 1360357 w 1369602"/>
              <a:gd name="connsiteY2" fmla="*/ 741794 h 1322784"/>
              <a:gd name="connsiteX3" fmla="*/ 0 w 1369602"/>
              <a:gd name="connsiteY3" fmla="*/ 732307 h 1322784"/>
              <a:gd name="connsiteX4" fmla="*/ 9722 w 1369602"/>
              <a:gd name="connsiteY4" fmla="*/ 660164 h 1322784"/>
              <a:gd name="connsiteX0" fmla="*/ 66 w 1359946"/>
              <a:gd name="connsiteY0" fmla="*/ 660164 h 1322784"/>
              <a:gd name="connsiteX1" fmla="*/ 1355594 w 1359946"/>
              <a:gd name="connsiteY1" fmla="*/ 707636 h 1322784"/>
              <a:gd name="connsiteX2" fmla="*/ 1350701 w 1359946"/>
              <a:gd name="connsiteY2" fmla="*/ 741794 h 1322784"/>
              <a:gd name="connsiteX3" fmla="*/ 0 w 1359946"/>
              <a:gd name="connsiteY3" fmla="*/ 732307 h 1322784"/>
              <a:gd name="connsiteX4" fmla="*/ 66 w 1359946"/>
              <a:gd name="connsiteY4" fmla="*/ 660164 h 1322784"/>
              <a:gd name="connsiteX0" fmla="*/ 66 w 1388823"/>
              <a:gd name="connsiteY0" fmla="*/ 668497 h 1331117"/>
              <a:gd name="connsiteX1" fmla="*/ 1384561 w 1388823"/>
              <a:gd name="connsiteY1" fmla="*/ 696995 h 1331117"/>
              <a:gd name="connsiteX2" fmla="*/ 1350701 w 1388823"/>
              <a:gd name="connsiteY2" fmla="*/ 750127 h 1331117"/>
              <a:gd name="connsiteX3" fmla="*/ 0 w 1388823"/>
              <a:gd name="connsiteY3" fmla="*/ 740640 h 1331117"/>
              <a:gd name="connsiteX4" fmla="*/ 66 w 1388823"/>
              <a:gd name="connsiteY4" fmla="*/ 668497 h 1331117"/>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3145"/>
              <a:gd name="connsiteX1" fmla="*/ 1384561 w 1388823"/>
              <a:gd name="connsiteY1" fmla="*/ 696995 h 1423145"/>
              <a:gd name="connsiteX2" fmla="*/ 1316907 w 1388823"/>
              <a:gd name="connsiteY2" fmla="*/ 935120 h 1423145"/>
              <a:gd name="connsiteX3" fmla="*/ 0 w 1388823"/>
              <a:gd name="connsiteY3" fmla="*/ 740640 h 1423145"/>
              <a:gd name="connsiteX4" fmla="*/ 66 w 1388823"/>
              <a:gd name="connsiteY4" fmla="*/ 668497 h 1423145"/>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425722"/>
              <a:gd name="connsiteX1" fmla="*/ 1384561 w 1388823"/>
              <a:gd name="connsiteY1" fmla="*/ 696995 h 1425722"/>
              <a:gd name="connsiteX2" fmla="*/ 1336218 w 1388823"/>
              <a:gd name="connsiteY2" fmla="*/ 939864 h 1425722"/>
              <a:gd name="connsiteX3" fmla="*/ 0 w 1388823"/>
              <a:gd name="connsiteY3" fmla="*/ 740640 h 1425722"/>
              <a:gd name="connsiteX4" fmla="*/ 66 w 1388823"/>
              <a:gd name="connsiteY4" fmla="*/ 668497 h 1425722"/>
              <a:gd name="connsiteX0" fmla="*/ 66 w 1388823"/>
              <a:gd name="connsiteY0" fmla="*/ 668497 h 1357878"/>
              <a:gd name="connsiteX1" fmla="*/ 1384561 w 1388823"/>
              <a:gd name="connsiteY1" fmla="*/ 696995 h 1357878"/>
              <a:gd name="connsiteX2" fmla="*/ 1336218 w 1388823"/>
              <a:gd name="connsiteY2" fmla="*/ 939864 h 1357878"/>
              <a:gd name="connsiteX3" fmla="*/ 0 w 1388823"/>
              <a:gd name="connsiteY3" fmla="*/ 740640 h 1357878"/>
              <a:gd name="connsiteX4" fmla="*/ 66 w 1388823"/>
              <a:gd name="connsiteY4" fmla="*/ 668497 h 1357878"/>
              <a:gd name="connsiteX0" fmla="*/ 4893 w 1393650"/>
              <a:gd name="connsiteY0" fmla="*/ 668497 h 1394664"/>
              <a:gd name="connsiteX1" fmla="*/ 1389388 w 1393650"/>
              <a:gd name="connsiteY1" fmla="*/ 696995 h 1394664"/>
              <a:gd name="connsiteX2" fmla="*/ 1341045 w 1393650"/>
              <a:gd name="connsiteY2" fmla="*/ 939864 h 1394664"/>
              <a:gd name="connsiteX3" fmla="*/ 0 w 1393650"/>
              <a:gd name="connsiteY3" fmla="*/ 811792 h 1394664"/>
              <a:gd name="connsiteX4" fmla="*/ 4893 w 1393650"/>
              <a:gd name="connsiteY4" fmla="*/ 668497 h 1394664"/>
              <a:gd name="connsiteX0" fmla="*/ 4893 w 1393650"/>
              <a:gd name="connsiteY0" fmla="*/ 668497 h 1354383"/>
              <a:gd name="connsiteX1" fmla="*/ 1389388 w 1393650"/>
              <a:gd name="connsiteY1" fmla="*/ 696995 h 1354383"/>
              <a:gd name="connsiteX2" fmla="*/ 1341045 w 1393650"/>
              <a:gd name="connsiteY2" fmla="*/ 939864 h 1354383"/>
              <a:gd name="connsiteX3" fmla="*/ 0 w 1393650"/>
              <a:gd name="connsiteY3" fmla="*/ 811792 h 1354383"/>
              <a:gd name="connsiteX4" fmla="*/ 4893 w 1393650"/>
              <a:gd name="connsiteY4" fmla="*/ 668497 h 1354383"/>
              <a:gd name="connsiteX0" fmla="*/ 5330 w 1394087"/>
              <a:gd name="connsiteY0" fmla="*/ 668497 h 1354383"/>
              <a:gd name="connsiteX1" fmla="*/ 1389825 w 1394087"/>
              <a:gd name="connsiteY1" fmla="*/ 696995 h 1354383"/>
              <a:gd name="connsiteX2" fmla="*/ 1341482 w 1394087"/>
              <a:gd name="connsiteY2" fmla="*/ 939864 h 1354383"/>
              <a:gd name="connsiteX3" fmla="*/ 437 w 1394087"/>
              <a:gd name="connsiteY3" fmla="*/ 811792 h 1354383"/>
              <a:gd name="connsiteX4" fmla="*/ 5330 w 1394087"/>
              <a:gd name="connsiteY4" fmla="*/ 668497 h 1354383"/>
              <a:gd name="connsiteX0" fmla="*/ 0 w 1408010"/>
              <a:gd name="connsiteY0" fmla="*/ 654008 h 1373097"/>
              <a:gd name="connsiteX1" fmla="*/ 1403806 w 1408010"/>
              <a:gd name="connsiteY1" fmla="*/ 715709 h 1373097"/>
              <a:gd name="connsiteX2" fmla="*/ 1355463 w 1408010"/>
              <a:gd name="connsiteY2" fmla="*/ 958578 h 1373097"/>
              <a:gd name="connsiteX3" fmla="*/ 14418 w 1408010"/>
              <a:gd name="connsiteY3" fmla="*/ 830506 h 1373097"/>
              <a:gd name="connsiteX4" fmla="*/ 0 w 1408010"/>
              <a:gd name="connsiteY4" fmla="*/ 654008 h 1373097"/>
              <a:gd name="connsiteX0" fmla="*/ 0 w 1408096"/>
              <a:gd name="connsiteY0" fmla="*/ 640544 h 1359633"/>
              <a:gd name="connsiteX1" fmla="*/ 1403806 w 1408096"/>
              <a:gd name="connsiteY1" fmla="*/ 702245 h 1359633"/>
              <a:gd name="connsiteX2" fmla="*/ 1355463 w 1408096"/>
              <a:gd name="connsiteY2" fmla="*/ 945114 h 1359633"/>
              <a:gd name="connsiteX3" fmla="*/ 14418 w 1408096"/>
              <a:gd name="connsiteY3" fmla="*/ 817042 h 1359633"/>
              <a:gd name="connsiteX4" fmla="*/ 0 w 1408096"/>
              <a:gd name="connsiteY4" fmla="*/ 640544 h 1359633"/>
              <a:gd name="connsiteX0" fmla="*/ 0 w 1404766"/>
              <a:gd name="connsiteY0" fmla="*/ 643774 h 1362863"/>
              <a:gd name="connsiteX1" fmla="*/ 1403806 w 1404766"/>
              <a:gd name="connsiteY1" fmla="*/ 705475 h 1362863"/>
              <a:gd name="connsiteX2" fmla="*/ 1355463 w 1404766"/>
              <a:gd name="connsiteY2" fmla="*/ 948344 h 1362863"/>
              <a:gd name="connsiteX3" fmla="*/ 14418 w 1404766"/>
              <a:gd name="connsiteY3" fmla="*/ 820272 h 1362863"/>
              <a:gd name="connsiteX4" fmla="*/ 0 w 1404766"/>
              <a:gd name="connsiteY4" fmla="*/ 643774 h 1362863"/>
              <a:gd name="connsiteX0" fmla="*/ 0 w 1399638"/>
              <a:gd name="connsiteY0" fmla="*/ 642622 h 1361711"/>
              <a:gd name="connsiteX1" fmla="*/ 1398433 w 1399638"/>
              <a:gd name="connsiteY1" fmla="*/ 706963 h 1361711"/>
              <a:gd name="connsiteX2" fmla="*/ 1355463 w 1399638"/>
              <a:gd name="connsiteY2" fmla="*/ 947192 h 1361711"/>
              <a:gd name="connsiteX3" fmla="*/ 14418 w 1399638"/>
              <a:gd name="connsiteY3" fmla="*/ 819120 h 1361711"/>
              <a:gd name="connsiteX4" fmla="*/ 0 w 1399638"/>
              <a:gd name="connsiteY4" fmla="*/ 642622 h 1361711"/>
              <a:gd name="connsiteX0" fmla="*/ 0 w 1400799"/>
              <a:gd name="connsiteY0" fmla="*/ 642622 h 1361711"/>
              <a:gd name="connsiteX1" fmla="*/ 1398433 w 1400799"/>
              <a:gd name="connsiteY1" fmla="*/ 706963 h 1361711"/>
              <a:gd name="connsiteX2" fmla="*/ 1355463 w 1400799"/>
              <a:gd name="connsiteY2" fmla="*/ 947192 h 1361711"/>
              <a:gd name="connsiteX3" fmla="*/ 14418 w 1400799"/>
              <a:gd name="connsiteY3" fmla="*/ 819120 h 1361711"/>
              <a:gd name="connsiteX4" fmla="*/ 0 w 1400799"/>
              <a:gd name="connsiteY4" fmla="*/ 642622 h 1361711"/>
              <a:gd name="connsiteX0" fmla="*/ 0 w 1400799"/>
              <a:gd name="connsiteY0" fmla="*/ 642622 h 1360734"/>
              <a:gd name="connsiteX1" fmla="*/ 1398433 w 1400799"/>
              <a:gd name="connsiteY1" fmla="*/ 706963 h 1360734"/>
              <a:gd name="connsiteX2" fmla="*/ 1355463 w 1400799"/>
              <a:gd name="connsiteY2" fmla="*/ 947192 h 1360734"/>
              <a:gd name="connsiteX3" fmla="*/ 14418 w 1400799"/>
              <a:gd name="connsiteY3" fmla="*/ 819120 h 1360734"/>
              <a:gd name="connsiteX4" fmla="*/ 0 w 1400799"/>
              <a:gd name="connsiteY4" fmla="*/ 642622 h 1360734"/>
              <a:gd name="connsiteX0" fmla="*/ 0 w 1400799"/>
              <a:gd name="connsiteY0" fmla="*/ 642622 h 1347487"/>
              <a:gd name="connsiteX1" fmla="*/ 1398433 w 1400799"/>
              <a:gd name="connsiteY1" fmla="*/ 706963 h 1347487"/>
              <a:gd name="connsiteX2" fmla="*/ 1355463 w 1400799"/>
              <a:gd name="connsiteY2" fmla="*/ 947192 h 1347487"/>
              <a:gd name="connsiteX3" fmla="*/ 17104 w 1400799"/>
              <a:gd name="connsiteY3" fmla="*/ 792723 h 1347487"/>
              <a:gd name="connsiteX4" fmla="*/ 0 w 1400799"/>
              <a:gd name="connsiteY4" fmla="*/ 642622 h 1347487"/>
              <a:gd name="connsiteX0" fmla="*/ 0 w 1400799"/>
              <a:gd name="connsiteY0" fmla="*/ 642622 h 1356367"/>
              <a:gd name="connsiteX1" fmla="*/ 1398433 w 1400799"/>
              <a:gd name="connsiteY1" fmla="*/ 706963 h 1356367"/>
              <a:gd name="connsiteX2" fmla="*/ 1355463 w 1400799"/>
              <a:gd name="connsiteY2" fmla="*/ 947192 h 1356367"/>
              <a:gd name="connsiteX3" fmla="*/ 17104 w 1400799"/>
              <a:gd name="connsiteY3" fmla="*/ 792723 h 1356367"/>
              <a:gd name="connsiteX4" fmla="*/ 0 w 1400799"/>
              <a:gd name="connsiteY4" fmla="*/ 642622 h 1356367"/>
              <a:gd name="connsiteX0" fmla="*/ 12758 w 1384003"/>
              <a:gd name="connsiteY0" fmla="*/ 580396 h 1447249"/>
              <a:gd name="connsiteX1" fmla="*/ 1381637 w 1384003"/>
              <a:gd name="connsiteY1" fmla="*/ 797845 h 1447249"/>
              <a:gd name="connsiteX2" fmla="*/ 1338667 w 1384003"/>
              <a:gd name="connsiteY2" fmla="*/ 1038074 h 1447249"/>
              <a:gd name="connsiteX3" fmla="*/ 308 w 1384003"/>
              <a:gd name="connsiteY3" fmla="*/ 883605 h 1447249"/>
              <a:gd name="connsiteX4" fmla="*/ 12758 w 1384003"/>
              <a:gd name="connsiteY4" fmla="*/ 580396 h 1447249"/>
              <a:gd name="connsiteX0" fmla="*/ 13072 w 1384317"/>
              <a:gd name="connsiteY0" fmla="*/ 580396 h 1447249"/>
              <a:gd name="connsiteX1" fmla="*/ 1381951 w 1384317"/>
              <a:gd name="connsiteY1" fmla="*/ 797845 h 1447249"/>
              <a:gd name="connsiteX2" fmla="*/ 1338981 w 1384317"/>
              <a:gd name="connsiteY2" fmla="*/ 1038074 h 1447249"/>
              <a:gd name="connsiteX3" fmla="*/ 622 w 1384317"/>
              <a:gd name="connsiteY3" fmla="*/ 883605 h 1447249"/>
              <a:gd name="connsiteX4" fmla="*/ 13072 w 1384317"/>
              <a:gd name="connsiteY4" fmla="*/ 580396 h 1447249"/>
              <a:gd name="connsiteX0" fmla="*/ 26189 w 1383999"/>
              <a:gd name="connsiteY0" fmla="*/ 575445 h 1455497"/>
              <a:gd name="connsiteX1" fmla="*/ 1381633 w 1383999"/>
              <a:gd name="connsiteY1" fmla="*/ 806093 h 1455497"/>
              <a:gd name="connsiteX2" fmla="*/ 1338663 w 1383999"/>
              <a:gd name="connsiteY2" fmla="*/ 1046322 h 1455497"/>
              <a:gd name="connsiteX3" fmla="*/ 304 w 1383999"/>
              <a:gd name="connsiteY3" fmla="*/ 891853 h 1455497"/>
              <a:gd name="connsiteX4" fmla="*/ 26189 w 1383999"/>
              <a:gd name="connsiteY4" fmla="*/ 575445 h 1455497"/>
              <a:gd name="connsiteX0" fmla="*/ 26317 w 1384127"/>
              <a:gd name="connsiteY0" fmla="*/ 575445 h 1455497"/>
              <a:gd name="connsiteX1" fmla="*/ 1381761 w 1384127"/>
              <a:gd name="connsiteY1" fmla="*/ 806093 h 1455497"/>
              <a:gd name="connsiteX2" fmla="*/ 1338791 w 1384127"/>
              <a:gd name="connsiteY2" fmla="*/ 1046322 h 1455497"/>
              <a:gd name="connsiteX3" fmla="*/ 432 w 1384127"/>
              <a:gd name="connsiteY3" fmla="*/ 891853 h 1455497"/>
              <a:gd name="connsiteX4" fmla="*/ 26317 w 1384127"/>
              <a:gd name="connsiteY4" fmla="*/ 575445 h 1455497"/>
              <a:gd name="connsiteX0" fmla="*/ 26317 w 1384127"/>
              <a:gd name="connsiteY0" fmla="*/ 468636 h 1348688"/>
              <a:gd name="connsiteX1" fmla="*/ 1381761 w 1384127"/>
              <a:gd name="connsiteY1" fmla="*/ 699284 h 1348688"/>
              <a:gd name="connsiteX2" fmla="*/ 1338791 w 1384127"/>
              <a:gd name="connsiteY2" fmla="*/ 939513 h 1348688"/>
              <a:gd name="connsiteX3" fmla="*/ 432 w 1384127"/>
              <a:gd name="connsiteY3" fmla="*/ 785044 h 1348688"/>
              <a:gd name="connsiteX4" fmla="*/ 26317 w 1384127"/>
              <a:gd name="connsiteY4" fmla="*/ 468636 h 1348688"/>
              <a:gd name="connsiteX0" fmla="*/ 26317 w 1384127"/>
              <a:gd name="connsiteY0" fmla="*/ 474629 h 1354681"/>
              <a:gd name="connsiteX1" fmla="*/ 1381761 w 1384127"/>
              <a:gd name="connsiteY1" fmla="*/ 705277 h 1354681"/>
              <a:gd name="connsiteX2" fmla="*/ 1338791 w 1384127"/>
              <a:gd name="connsiteY2" fmla="*/ 945506 h 1354681"/>
              <a:gd name="connsiteX3" fmla="*/ 432 w 1384127"/>
              <a:gd name="connsiteY3" fmla="*/ 791037 h 1354681"/>
              <a:gd name="connsiteX4" fmla="*/ 26317 w 1384127"/>
              <a:gd name="connsiteY4" fmla="*/ 474629 h 1354681"/>
              <a:gd name="connsiteX0" fmla="*/ 26317 w 1384127"/>
              <a:gd name="connsiteY0" fmla="*/ 466934 h 1346986"/>
              <a:gd name="connsiteX1" fmla="*/ 1381761 w 1384127"/>
              <a:gd name="connsiteY1" fmla="*/ 697582 h 1346986"/>
              <a:gd name="connsiteX2" fmla="*/ 1338791 w 1384127"/>
              <a:gd name="connsiteY2" fmla="*/ 937811 h 1346986"/>
              <a:gd name="connsiteX3" fmla="*/ 432 w 1384127"/>
              <a:gd name="connsiteY3" fmla="*/ 783342 h 1346986"/>
              <a:gd name="connsiteX4" fmla="*/ 26317 w 1384127"/>
              <a:gd name="connsiteY4" fmla="*/ 466934 h 1346986"/>
              <a:gd name="connsiteX0" fmla="*/ 26317 w 1384127"/>
              <a:gd name="connsiteY0" fmla="*/ 463881 h 1343933"/>
              <a:gd name="connsiteX1" fmla="*/ 1381761 w 1384127"/>
              <a:gd name="connsiteY1" fmla="*/ 694529 h 1343933"/>
              <a:gd name="connsiteX2" fmla="*/ 1338791 w 1384127"/>
              <a:gd name="connsiteY2" fmla="*/ 934758 h 1343933"/>
              <a:gd name="connsiteX3" fmla="*/ 432 w 1384127"/>
              <a:gd name="connsiteY3" fmla="*/ 780289 h 1343933"/>
              <a:gd name="connsiteX4" fmla="*/ 26317 w 1384127"/>
              <a:gd name="connsiteY4" fmla="*/ 463881 h 1343933"/>
              <a:gd name="connsiteX0" fmla="*/ 26317 w 1395853"/>
              <a:gd name="connsiteY0" fmla="*/ 460078 h 1340130"/>
              <a:gd name="connsiteX1" fmla="*/ 1394912 w 1395853"/>
              <a:gd name="connsiteY1" fmla="*/ 700234 h 1340130"/>
              <a:gd name="connsiteX2" fmla="*/ 1338791 w 1395853"/>
              <a:gd name="connsiteY2" fmla="*/ 930955 h 1340130"/>
              <a:gd name="connsiteX3" fmla="*/ 432 w 1395853"/>
              <a:gd name="connsiteY3" fmla="*/ 776486 h 1340130"/>
              <a:gd name="connsiteX4" fmla="*/ 26317 w 1395853"/>
              <a:gd name="connsiteY4" fmla="*/ 460078 h 1340130"/>
              <a:gd name="connsiteX0" fmla="*/ 25885 w 1395421"/>
              <a:gd name="connsiteY0" fmla="*/ 460078 h 1340130"/>
              <a:gd name="connsiteX1" fmla="*/ 1394480 w 1395421"/>
              <a:gd name="connsiteY1" fmla="*/ 700234 h 1340130"/>
              <a:gd name="connsiteX2" fmla="*/ 1338359 w 1395421"/>
              <a:gd name="connsiteY2" fmla="*/ 930955 h 1340130"/>
              <a:gd name="connsiteX3" fmla="*/ 0 w 1395421"/>
              <a:gd name="connsiteY3" fmla="*/ 776486 h 1340130"/>
              <a:gd name="connsiteX4" fmla="*/ 25885 w 1395421"/>
              <a:gd name="connsiteY4" fmla="*/ 460078 h 1340130"/>
              <a:gd name="connsiteX0" fmla="*/ 42324 w 1395421"/>
              <a:gd name="connsiteY0" fmla="*/ 456316 h 1345876"/>
              <a:gd name="connsiteX1" fmla="*/ 1394480 w 1395421"/>
              <a:gd name="connsiteY1" fmla="*/ 705980 h 1345876"/>
              <a:gd name="connsiteX2" fmla="*/ 1338359 w 1395421"/>
              <a:gd name="connsiteY2" fmla="*/ 936701 h 1345876"/>
              <a:gd name="connsiteX3" fmla="*/ 0 w 1395421"/>
              <a:gd name="connsiteY3" fmla="*/ 782232 h 1345876"/>
              <a:gd name="connsiteX4" fmla="*/ 42324 w 1395421"/>
              <a:gd name="connsiteY4" fmla="*/ 456316 h 1345876"/>
              <a:gd name="connsiteX0" fmla="*/ 42324 w 1395421"/>
              <a:gd name="connsiteY0" fmla="*/ 460311 h 1349871"/>
              <a:gd name="connsiteX1" fmla="*/ 1394480 w 1395421"/>
              <a:gd name="connsiteY1" fmla="*/ 709975 h 1349871"/>
              <a:gd name="connsiteX2" fmla="*/ 1338359 w 1395421"/>
              <a:gd name="connsiteY2" fmla="*/ 940696 h 1349871"/>
              <a:gd name="connsiteX3" fmla="*/ 0 w 1395421"/>
              <a:gd name="connsiteY3" fmla="*/ 786227 h 1349871"/>
              <a:gd name="connsiteX4" fmla="*/ 42324 w 1395421"/>
              <a:gd name="connsiteY4" fmla="*/ 460311 h 1349871"/>
              <a:gd name="connsiteX0" fmla="*/ 42324 w 1395421"/>
              <a:gd name="connsiteY0" fmla="*/ 457648 h 1347208"/>
              <a:gd name="connsiteX1" fmla="*/ 1394480 w 1395421"/>
              <a:gd name="connsiteY1" fmla="*/ 707312 h 1347208"/>
              <a:gd name="connsiteX2" fmla="*/ 1338359 w 1395421"/>
              <a:gd name="connsiteY2" fmla="*/ 938033 h 1347208"/>
              <a:gd name="connsiteX3" fmla="*/ 0 w 1395421"/>
              <a:gd name="connsiteY3" fmla="*/ 783564 h 1347208"/>
              <a:gd name="connsiteX4" fmla="*/ 42324 w 1395421"/>
              <a:gd name="connsiteY4" fmla="*/ 457648 h 1347208"/>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62050 w 1395421"/>
              <a:gd name="connsiteY0" fmla="*/ 455166 h 1351064"/>
              <a:gd name="connsiteX1" fmla="*/ 1394480 w 1395421"/>
              <a:gd name="connsiteY1" fmla="*/ 711168 h 1351064"/>
              <a:gd name="connsiteX2" fmla="*/ 1338359 w 1395421"/>
              <a:gd name="connsiteY2" fmla="*/ 941889 h 1351064"/>
              <a:gd name="connsiteX3" fmla="*/ 0 w 1395421"/>
              <a:gd name="connsiteY3" fmla="*/ 787420 h 1351064"/>
              <a:gd name="connsiteX4" fmla="*/ 62050 w 1395421"/>
              <a:gd name="connsiteY4" fmla="*/ 455166 h 1351064"/>
              <a:gd name="connsiteX0" fmla="*/ 39036 w 1395421"/>
              <a:gd name="connsiteY0" fmla="*/ 447832 h 1362746"/>
              <a:gd name="connsiteX1" fmla="*/ 1394480 w 1395421"/>
              <a:gd name="connsiteY1" fmla="*/ 722850 h 1362746"/>
              <a:gd name="connsiteX2" fmla="*/ 1338359 w 1395421"/>
              <a:gd name="connsiteY2" fmla="*/ 953571 h 1362746"/>
              <a:gd name="connsiteX3" fmla="*/ 0 w 1395421"/>
              <a:gd name="connsiteY3" fmla="*/ 799102 h 1362746"/>
              <a:gd name="connsiteX4" fmla="*/ 39036 w 1395421"/>
              <a:gd name="connsiteY4" fmla="*/ 447832 h 1362746"/>
              <a:gd name="connsiteX0" fmla="*/ 39036 w 1395421"/>
              <a:gd name="connsiteY0" fmla="*/ 433087 h 1348001"/>
              <a:gd name="connsiteX1" fmla="*/ 1394480 w 1395421"/>
              <a:gd name="connsiteY1" fmla="*/ 708105 h 1348001"/>
              <a:gd name="connsiteX2" fmla="*/ 1338359 w 1395421"/>
              <a:gd name="connsiteY2" fmla="*/ 938826 h 1348001"/>
              <a:gd name="connsiteX3" fmla="*/ 0 w 1395421"/>
              <a:gd name="connsiteY3" fmla="*/ 784357 h 1348001"/>
              <a:gd name="connsiteX4" fmla="*/ 39036 w 1395421"/>
              <a:gd name="connsiteY4" fmla="*/ 433087 h 1348001"/>
              <a:gd name="connsiteX0" fmla="*/ 41940 w 1398325"/>
              <a:gd name="connsiteY0" fmla="*/ 433087 h 1348001"/>
              <a:gd name="connsiteX1" fmla="*/ 1397384 w 1398325"/>
              <a:gd name="connsiteY1" fmla="*/ 708105 h 1348001"/>
              <a:gd name="connsiteX2" fmla="*/ 1341263 w 1398325"/>
              <a:gd name="connsiteY2" fmla="*/ 938826 h 1348001"/>
              <a:gd name="connsiteX3" fmla="*/ 2904 w 1398325"/>
              <a:gd name="connsiteY3" fmla="*/ 784357 h 1348001"/>
              <a:gd name="connsiteX4" fmla="*/ 41940 w 1398325"/>
              <a:gd name="connsiteY4" fmla="*/ 433087 h 134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8325" h="1348001">
                <a:moveTo>
                  <a:pt x="41940" y="433087"/>
                </a:moveTo>
                <a:cubicBezTo>
                  <a:pt x="356074" y="-265149"/>
                  <a:pt x="1414477" y="-79963"/>
                  <a:pt x="1397384" y="708105"/>
                </a:cubicBezTo>
                <a:cubicBezTo>
                  <a:pt x="1401659" y="712808"/>
                  <a:pt x="1392780" y="808856"/>
                  <a:pt x="1341263" y="938826"/>
                </a:cubicBezTo>
                <a:cubicBezTo>
                  <a:pt x="1159695" y="1431081"/>
                  <a:pt x="216547" y="1589193"/>
                  <a:pt x="2904" y="784357"/>
                </a:cubicBezTo>
                <a:cubicBezTo>
                  <a:pt x="-6912" y="577148"/>
                  <a:pt x="8657" y="576976"/>
                  <a:pt x="41940" y="433087"/>
                </a:cubicBezTo>
                <a:close/>
              </a:path>
            </a:pathLst>
          </a:custGeom>
        </p:spPr>
        <p:txBody>
          <a:bodyPr/>
          <a:lstStyle>
            <a:lvl1pPr>
              <a:defRPr sz="1100">
                <a:latin typeface="Arial" panose="020B0604020202020204" pitchFamily="34" charset="0"/>
                <a:cs typeface="Arial" panose="020B0604020202020204" pitchFamily="34" charset="0"/>
              </a:defRPr>
            </a:lvl1pPr>
          </a:lstStyle>
          <a:p>
            <a:endParaRPr lang="de-AT" dirty="0"/>
          </a:p>
        </p:txBody>
      </p:sp>
    </p:spTree>
    <p:extLst>
      <p:ext uri="{BB962C8B-B14F-4D97-AF65-F5344CB8AC3E}">
        <p14:creationId xmlns:p14="http://schemas.microsoft.com/office/powerpoint/2010/main" val="154621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nodePh="1">
                                  <p:stCondLst>
                                    <p:cond delay="0"/>
                                  </p:stCondLst>
                                  <p:endCondLst>
                                    <p:cond evt="begin" delay="0">
                                      <p:tn val="14"/>
                                    </p:cond>
                                  </p:end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23">
                                            <p:txEl>
                                              <p:pRg st="0" end="0"/>
                                            </p:txEl>
                                          </p:spTgt>
                                        </p:tgtEl>
                                        <p:attrNameLst>
                                          <p:attrName>style.visibility</p:attrName>
                                        </p:attrNameLst>
                                      </p:cBhvr>
                                      <p:to>
                                        <p:strVal val="visible"/>
                                      </p:to>
                                    </p:set>
                                    <p:animEffect transition="in" filter="fade">
                                      <p:cBhvr>
                                        <p:cTn id="19" dur="500"/>
                                        <p:tgtEl>
                                          <p:spTgt spid="23">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nodePh="1">
                                  <p:stCondLst>
                                    <p:cond delay="0"/>
                                  </p:stCondLst>
                                  <p:endCondLst>
                                    <p:cond evt="begin" delay="0">
                                      <p:tn val="23"/>
                                    </p:cond>
                                  </p:end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22">
                                            <p:txEl>
                                              <p:pRg st="0" end="0"/>
                                            </p:txEl>
                                          </p:spTgt>
                                        </p:tgtEl>
                                        <p:attrNameLst>
                                          <p:attrName>style.visibility</p:attrName>
                                        </p:attrNameLst>
                                      </p:cBhvr>
                                      <p:to>
                                        <p:strVal val="visible"/>
                                      </p:to>
                                    </p:set>
                                    <p:animEffect transition="in" filter="fade">
                                      <p:cBhvr>
                                        <p:cTn id="28" dur="500"/>
                                        <p:tgtEl>
                                          <p:spTgt spid="22">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21">
                                            <p:txEl>
                                              <p:pRg st="0" end="0"/>
                                            </p:txEl>
                                          </p:spTgt>
                                        </p:tgtEl>
                                        <p:attrNameLst>
                                          <p:attrName>style.visibility</p:attrName>
                                        </p:attrNameLst>
                                      </p:cBhvr>
                                      <p:to>
                                        <p:strVal val="visible"/>
                                      </p:to>
                                    </p:set>
                                    <p:animEffect transition="in" filter="fade">
                                      <p:cBhvr>
                                        <p:cTn id="37" dur="500"/>
                                        <p:tgtEl>
                                          <p:spTgt spid="21">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grpId="0" nodeType="withEffect" nodePh="1">
                                  <p:stCondLst>
                                    <p:cond delay="0"/>
                                  </p:stCondLst>
                                  <p:endCondLst>
                                    <p:cond evt="begin" delay="0">
                                      <p:tn val="41"/>
                                    </p:cond>
                                  </p:end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par>
                                <p:cTn id="44" presetID="10" presetClass="entr" presetSubtype="0" fill="hold" grpId="0" nodeType="withEffect" nodePh="1">
                                  <p:stCondLst>
                                    <p:cond delay="0"/>
                                  </p:stCondLst>
                                  <p:endCondLst>
                                    <p:cond evt="begin" delay="0">
                                      <p:tn val="44"/>
                                    </p:cond>
                                  </p:endCondLst>
                                  <p:childTnLst>
                                    <p:set>
                                      <p:cBhvr>
                                        <p:cTn id="45" dur="1" fill="hold">
                                          <p:stCondLst>
                                            <p:cond delay="0"/>
                                          </p:stCondLst>
                                        </p:cTn>
                                        <p:tgtEl>
                                          <p:spTgt spid="24">
                                            <p:txEl>
                                              <p:pRg st="0" end="0"/>
                                            </p:txEl>
                                          </p:spTgt>
                                        </p:tgtEl>
                                        <p:attrNameLst>
                                          <p:attrName>style.visibility</p:attrName>
                                        </p:attrNameLst>
                                      </p:cBhvr>
                                      <p:to>
                                        <p:strVal val="visible"/>
                                      </p:to>
                                    </p:set>
                                    <p:animEffect transition="in" filter="fade">
                                      <p:cBhvr>
                                        <p:cTn id="46" dur="500"/>
                                        <p:tgtEl>
                                          <p:spTgt spid="24">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nodePh="1">
                                  <p:stCondLst>
                                    <p:cond delay="0"/>
                                  </p:stCondLst>
                                  <p:endCondLst>
                                    <p:cond evt="begin" delay="0">
                                      <p:tn val="50"/>
                                    </p:cond>
                                  </p:end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8"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animBg="1"/>
      <p:bldP spid="19" grpId="1" animBg="1"/>
      <p:bldP spid="20" grpId="0"/>
      <p:bldP spid="21"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animBg="1"/>
      <p:bldP spid="25" grpId="1" animBg="1"/>
      <p:bldP spid="26" grpId="0"/>
      <p:bldP spid="27" grpId="0" animBg="1"/>
      <p:bldP spid="27" grpId="1" animBg="1"/>
      <p:bldP spid="28" grpId="0"/>
      <p:bldP spid="29" grpId="0" animBg="1"/>
      <p:bldP spid="29" grpId="1" animBg="1"/>
      <p:bldP spid="30" grpId="0"/>
      <p:bldP spid="39" grpId="0" animBg="1"/>
      <p:bldP spid="39" grpId="1" animBg="1"/>
      <p:bldP spid="40" grpId="0"/>
    </p:bldLst>
  </p:timing>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4_Referenz - plakativ 1 Case">
    <p:spTree>
      <p:nvGrpSpPr>
        <p:cNvPr id="1" name=""/>
        <p:cNvGrpSpPr/>
        <p:nvPr/>
      </p:nvGrpSpPr>
      <p:grpSpPr>
        <a:xfrm>
          <a:off x="0" y="0"/>
          <a:ext cx="0" cy="0"/>
          <a:chOff x="0" y="0"/>
          <a:chExt cx="0" cy="0"/>
        </a:xfrm>
      </p:grpSpPr>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7" name="Textplatzhalter 6"/>
          <p:cNvSpPr>
            <a:spLocks noGrp="1"/>
          </p:cNvSpPr>
          <p:nvPr>
            <p:ph type="body" sz="quarter" idx="13"/>
          </p:nvPr>
        </p:nvSpPr>
        <p:spPr>
          <a:xfrm>
            <a:off x="7554190" y="2687492"/>
            <a:ext cx="3798553" cy="3559502"/>
          </a:xfrm>
          <a:prstGeom prst="rect">
            <a:avLst/>
          </a:prstGeom>
        </p:spPr>
        <p:txBody>
          <a:bodyPr vert="horz" lIns="0" tIns="0" rIns="0" bIns="0" anchor="b" anchorCtr="0"/>
          <a:lstStyle>
            <a:lvl1pPr marL="0" marR="0" indent="0" algn="l" defTabSz="457154" rtl="0" eaLnBrk="1" fontAlgn="auto" latinLnBrk="0" hangingPunct="1">
              <a:lnSpc>
                <a:spcPct val="110000"/>
              </a:lnSpc>
              <a:spcBef>
                <a:spcPct val="20000"/>
              </a:spcBef>
              <a:spcAft>
                <a:spcPts val="0"/>
              </a:spcAft>
              <a:buClr>
                <a:srgbClr val="00AEEF"/>
              </a:buClr>
              <a:buSzPct val="100000"/>
              <a:buFontTx/>
              <a:buNone/>
              <a:tabLst/>
              <a:defRPr sz="1600" b="0" baseline="0">
                <a:solidFill>
                  <a:srgbClr val="00377A"/>
                </a:solidFill>
                <a:latin typeface="Arial"/>
                <a:cs typeface="Arial"/>
              </a:defRPr>
            </a:lvl1pPr>
          </a:lstStyle>
          <a:p>
            <a:pPr lvl="0"/>
            <a:r>
              <a:rPr lang="de-AT" dirty="0"/>
              <a:t>Mastertextformat bearbeiten</a:t>
            </a:r>
          </a:p>
        </p:txBody>
      </p:sp>
      <p:sp>
        <p:nvSpPr>
          <p:cNvPr id="3" name="Bildplatzhalter 2"/>
          <p:cNvSpPr>
            <a:spLocks noGrp="1"/>
          </p:cNvSpPr>
          <p:nvPr>
            <p:ph type="pic" sz="quarter" idx="17" hasCustomPrompt="1"/>
          </p:nvPr>
        </p:nvSpPr>
        <p:spPr>
          <a:xfrm>
            <a:off x="2005014" y="2687491"/>
            <a:ext cx="5281200" cy="3567259"/>
          </a:xfrm>
          <a:prstGeom prst="rect">
            <a:avLst/>
          </a:prstGeom>
          <a:ln w="12700">
            <a:solidFill>
              <a:srgbClr val="0099FF"/>
            </a:solidFill>
          </a:ln>
        </p:spPr>
        <p:txBody>
          <a:bodyPr/>
          <a:lstStyle>
            <a:lvl1pPr marL="0" indent="0">
              <a:buFontTx/>
              <a:buNone/>
              <a:defRPr sz="1200" baseline="0">
                <a:latin typeface="Arial" charset="0"/>
              </a:defRPr>
            </a:lvl1pPr>
          </a:lstStyle>
          <a:p>
            <a:r>
              <a:rPr lang="de-DE" dirty="0"/>
              <a:t>Bild durch klicken hinzufügen</a:t>
            </a:r>
          </a:p>
        </p:txBody>
      </p:sp>
      <p:sp>
        <p:nvSpPr>
          <p:cNvPr id="8" name="Textplatzhalter 4"/>
          <p:cNvSpPr>
            <a:spLocks noGrp="1"/>
          </p:cNvSpPr>
          <p:nvPr>
            <p:ph type="body" sz="quarter" idx="10" hasCustomPrompt="1"/>
          </p:nvPr>
        </p:nvSpPr>
        <p:spPr>
          <a:xfrm>
            <a:off x="2005014" y="1741719"/>
            <a:ext cx="9374188" cy="708159"/>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pic>
        <p:nvPicPr>
          <p:cNvPr id="11"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
        <p:nvSpPr>
          <p:cNvPr id="12" name="Bildplatzhalter 2"/>
          <p:cNvSpPr>
            <a:spLocks noGrp="1"/>
          </p:cNvSpPr>
          <p:nvPr>
            <p:ph type="pic" sz="quarter" idx="18"/>
          </p:nvPr>
        </p:nvSpPr>
        <p:spPr>
          <a:xfrm>
            <a:off x="817157" y="1076095"/>
            <a:ext cx="3627526" cy="581255"/>
          </a:xfrm>
          <a:prstGeom prst="rect">
            <a:avLst/>
          </a:prstGeom>
        </p:spPr>
        <p:txBody>
          <a:bodyPr/>
          <a:lstStyle>
            <a:lvl1pPr marL="0" indent="0" algn="l">
              <a:buNone/>
              <a:defRPr sz="900">
                <a:latin typeface="Arial" panose="020B0604020202020204" pitchFamily="34" charset="0"/>
                <a:cs typeface="Arial" panose="020B0604020202020204" pitchFamily="34" charset="0"/>
              </a:defRPr>
            </a:lvl1pPr>
          </a:lstStyle>
          <a:p>
            <a:endParaRPr lang="de-AT" dirty="0"/>
          </a:p>
        </p:txBody>
      </p:sp>
      <p:sp>
        <p:nvSpPr>
          <p:cNvPr id="10" name="Textfeld 9">
            <a:extLst>
              <a:ext uri="{FF2B5EF4-FFF2-40B4-BE49-F238E27FC236}">
                <a16:creationId xmlns:a16="http://schemas.microsoft.com/office/drawing/2014/main" id="{D60F48FE-ECC7-43C4-B697-5D6988CE8818}"/>
              </a:ext>
            </a:extLst>
          </p:cNvPr>
          <p:cNvSpPr txBox="1"/>
          <p:nvPr userDrawn="1"/>
        </p:nvSpPr>
        <p:spPr>
          <a:xfrm>
            <a:off x="716691" y="6376086"/>
            <a:ext cx="3097427" cy="39541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02855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39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Referenz - plakativ 3 Cases">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806451" y="2260693"/>
            <a:ext cx="3384000" cy="1984377"/>
          </a:xfrm>
          <a:prstGeom prst="rect">
            <a:avLst/>
          </a:prstGeom>
          <a:ln w="12700">
            <a:solidFill>
              <a:srgbClr val="0099FF"/>
            </a:solidFill>
          </a:ln>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3" name="Bildplatzhalter 2"/>
          <p:cNvSpPr>
            <a:spLocks noGrp="1"/>
          </p:cNvSpPr>
          <p:nvPr>
            <p:ph type="pic" sz="quarter" idx="20" hasCustomPrompt="1"/>
          </p:nvPr>
        </p:nvSpPr>
        <p:spPr>
          <a:xfrm>
            <a:off x="4391107" y="2260695"/>
            <a:ext cx="3384000" cy="1984377"/>
          </a:xfrm>
          <a:prstGeom prst="rect">
            <a:avLst/>
          </a:prstGeom>
          <a:ln w="12700">
            <a:solidFill>
              <a:srgbClr val="0099FF"/>
            </a:solidFill>
          </a:ln>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14" name="Bildplatzhalter 2"/>
          <p:cNvSpPr>
            <a:spLocks noGrp="1"/>
          </p:cNvSpPr>
          <p:nvPr>
            <p:ph type="pic" sz="quarter" idx="21" hasCustomPrompt="1"/>
          </p:nvPr>
        </p:nvSpPr>
        <p:spPr>
          <a:xfrm>
            <a:off x="7994624" y="2260693"/>
            <a:ext cx="3384000" cy="1984377"/>
          </a:xfrm>
          <a:prstGeom prst="rect">
            <a:avLst/>
          </a:prstGeom>
          <a:ln w="12700">
            <a:solidFill>
              <a:srgbClr val="0099FF"/>
            </a:solidFill>
          </a:ln>
        </p:spPr>
        <p:txBody>
          <a:bodyPr/>
          <a:lstStyle>
            <a:lvl1pPr marL="0" indent="0">
              <a:buFontTx/>
              <a:buNone/>
              <a:defRPr sz="1200" baseline="0">
                <a:latin typeface="Arial" charset="0"/>
              </a:defRPr>
            </a:lvl1pPr>
          </a:lstStyle>
          <a:p>
            <a:r>
              <a:rPr lang="de-DE" dirty="0"/>
              <a:t>Bild durch </a:t>
            </a:r>
            <a:r>
              <a:rPr lang="de-DE"/>
              <a:t>klicken hinzufügen</a:t>
            </a:r>
            <a:endParaRPr lang="de-DE" dirty="0"/>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7" name="Textplatzhalter 6"/>
          <p:cNvSpPr>
            <a:spLocks noGrp="1"/>
          </p:cNvSpPr>
          <p:nvPr>
            <p:ph type="body" sz="quarter" idx="13"/>
          </p:nvPr>
        </p:nvSpPr>
        <p:spPr>
          <a:xfrm>
            <a:off x="817033" y="4373822"/>
            <a:ext cx="3384000" cy="1323735"/>
          </a:xfrm>
          <a:prstGeom prst="rect">
            <a:avLst/>
          </a:prstGeom>
        </p:spPr>
        <p:txBody>
          <a:bodyPr vert="horz" lIns="0" tIns="0" rIns="0" bIns="0" anchor="t" anchorCtr="0"/>
          <a:lstStyle>
            <a:lvl1pPr marL="0" marR="0" indent="0" algn="l" defTabSz="457154" rtl="0" eaLnBrk="1" fontAlgn="auto" latinLnBrk="0" hangingPunct="1">
              <a:lnSpc>
                <a:spcPct val="110000"/>
              </a:lnSpc>
              <a:spcBef>
                <a:spcPct val="20000"/>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5" name="Textplatzhalter 6"/>
          <p:cNvSpPr>
            <a:spLocks noGrp="1"/>
          </p:cNvSpPr>
          <p:nvPr>
            <p:ph type="body" sz="quarter" idx="22"/>
          </p:nvPr>
        </p:nvSpPr>
        <p:spPr>
          <a:xfrm>
            <a:off x="4401709" y="4373822"/>
            <a:ext cx="3394585" cy="1323735"/>
          </a:xfrm>
          <a:prstGeom prst="rect">
            <a:avLst/>
          </a:prstGeom>
        </p:spPr>
        <p:txBody>
          <a:bodyPr vert="horz" lIns="0" tIns="0" rIns="0" bIns="0" anchor="t" anchorCtr="0"/>
          <a:lstStyle>
            <a:lvl1pPr marL="0" marR="0" indent="0" algn="l" defTabSz="457154" rtl="0" eaLnBrk="1" fontAlgn="auto" latinLnBrk="0" hangingPunct="1">
              <a:lnSpc>
                <a:spcPct val="110000"/>
              </a:lnSpc>
              <a:spcBef>
                <a:spcPct val="20000"/>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6" name="Textplatzhalter 6"/>
          <p:cNvSpPr>
            <a:spLocks noGrp="1"/>
          </p:cNvSpPr>
          <p:nvPr>
            <p:ph type="body" sz="quarter" idx="23"/>
          </p:nvPr>
        </p:nvSpPr>
        <p:spPr>
          <a:xfrm>
            <a:off x="7994624" y="4373818"/>
            <a:ext cx="3382460" cy="1331231"/>
          </a:xfrm>
          <a:prstGeom prst="rect">
            <a:avLst/>
          </a:prstGeom>
        </p:spPr>
        <p:txBody>
          <a:bodyPr vert="horz" lIns="0" tIns="0" rIns="0" bIns="0" anchor="t" anchorCtr="0"/>
          <a:lstStyle>
            <a:lvl1pPr marL="0" marR="0" indent="0" algn="l" defTabSz="457154" rtl="0" eaLnBrk="1" fontAlgn="auto" latinLnBrk="0" hangingPunct="1">
              <a:lnSpc>
                <a:spcPct val="110000"/>
              </a:lnSpc>
              <a:spcBef>
                <a:spcPct val="20000"/>
              </a:spcBef>
              <a:spcAft>
                <a:spcPts val="0"/>
              </a:spcAft>
              <a:buClr>
                <a:srgbClr val="00AEEF"/>
              </a:buClr>
              <a:buSzPct val="100000"/>
              <a:buFontTx/>
              <a:buNone/>
              <a:tabLst/>
              <a:defRPr sz="1300" b="0" baseline="0">
                <a:solidFill>
                  <a:srgbClr val="00377A"/>
                </a:solidFill>
                <a:latin typeface="Arial"/>
                <a:cs typeface="Arial"/>
              </a:defRPr>
            </a:lvl1pPr>
          </a:lstStyle>
          <a:p>
            <a:pPr lvl="0"/>
            <a:r>
              <a:rPr lang="de-AT" dirty="0"/>
              <a:t>Mastertextformat bearbeiten</a:t>
            </a:r>
          </a:p>
        </p:txBody>
      </p:sp>
      <p:sp>
        <p:nvSpPr>
          <p:cNvPr id="11" name="Textplatzhalter 4"/>
          <p:cNvSpPr>
            <a:spLocks noGrp="1"/>
          </p:cNvSpPr>
          <p:nvPr>
            <p:ph type="body" sz="quarter" idx="10"/>
          </p:nvPr>
        </p:nvSpPr>
        <p:spPr>
          <a:xfrm>
            <a:off x="806452" y="1444633"/>
            <a:ext cx="10551581" cy="687299"/>
          </a:xfrm>
          <a:prstGeom prst="rect">
            <a:avLst/>
          </a:prstGeom>
        </p:spPr>
        <p:txBody>
          <a:bodyPr vert="horz" lIns="0" tIns="0" rIns="0" bIns="0" anchor="t" anchorCtr="0"/>
          <a:lstStyle>
            <a:lvl1pPr marL="0" indent="0">
              <a:buFontTx/>
              <a:buNone/>
              <a:defRPr sz="2400" b="1">
                <a:solidFill>
                  <a:srgbClr val="00377A"/>
                </a:solidFill>
                <a:latin typeface="Arial"/>
                <a:cs typeface="Arial"/>
              </a:defRPr>
            </a:lvl1pPr>
          </a:lstStyle>
          <a:p>
            <a:pPr lvl="0"/>
            <a:r>
              <a:rPr lang="de-AT" dirty="0"/>
              <a:t>Mastertextformat bearbeiten</a:t>
            </a:r>
          </a:p>
        </p:txBody>
      </p:sp>
    </p:spTree>
    <p:extLst>
      <p:ext uri="{BB962C8B-B14F-4D97-AF65-F5344CB8AC3E}">
        <p14:creationId xmlns:p14="http://schemas.microsoft.com/office/powerpoint/2010/main" val="247144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6_Referenz - Text">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2005014" y="1724303"/>
            <a:ext cx="9374188" cy="725575"/>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6" name="Textplatzhalter 4"/>
          <p:cNvSpPr>
            <a:spLocks noGrp="1"/>
          </p:cNvSpPr>
          <p:nvPr>
            <p:ph type="body" sz="quarter" idx="11"/>
          </p:nvPr>
        </p:nvSpPr>
        <p:spPr>
          <a:xfrm>
            <a:off x="2005014" y="2687484"/>
            <a:ext cx="9374201" cy="3420000"/>
          </a:xfrm>
          <a:prstGeom prst="rect">
            <a:avLst/>
          </a:prstGeom>
        </p:spPr>
        <p:txBody>
          <a:bodyPr vert="horz" lIns="0" tIns="0" rIns="0" bIns="0" anchor="t"/>
          <a:lstStyle>
            <a:lvl1pPr marL="0" indent="0">
              <a:lnSpc>
                <a:spcPct val="150000"/>
              </a:lnSpc>
              <a:spcBef>
                <a:spcPts val="0"/>
              </a:spcBef>
              <a:buFontTx/>
              <a:buNone/>
              <a:defRPr sz="1801" baseline="0">
                <a:solidFill>
                  <a:srgbClr val="00377A"/>
                </a:solidFill>
                <a:latin typeface="Arial"/>
                <a:cs typeface="Arial"/>
              </a:defRPr>
            </a:lvl1pPr>
          </a:lstStyle>
          <a:p>
            <a:pPr lvl="0"/>
            <a:r>
              <a:rPr lang="de-AT" dirty="0"/>
              <a:t>Mastertextformat bearbeiten</a:t>
            </a:r>
          </a:p>
        </p:txBody>
      </p:sp>
      <p:sp>
        <p:nvSpPr>
          <p:cNvPr id="9" name="Textplatzhalter 6"/>
          <p:cNvSpPr>
            <a:spLocks noGrp="1"/>
          </p:cNvSpPr>
          <p:nvPr>
            <p:ph type="body" sz="quarter" idx="13"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0" name="Bildplatzhalter 2"/>
          <p:cNvSpPr>
            <a:spLocks noGrp="1"/>
          </p:cNvSpPr>
          <p:nvPr>
            <p:ph type="pic" sz="quarter" idx="18"/>
          </p:nvPr>
        </p:nvSpPr>
        <p:spPr>
          <a:xfrm>
            <a:off x="817157" y="1076095"/>
            <a:ext cx="3627526" cy="581255"/>
          </a:xfrm>
          <a:prstGeom prst="rect">
            <a:avLst/>
          </a:prstGeom>
        </p:spPr>
        <p:txBody>
          <a:bodyPr/>
          <a:lstStyle>
            <a:lvl1pPr marL="0" indent="0" algn="l">
              <a:buNone/>
              <a:defRPr sz="900">
                <a:latin typeface="Arial" panose="020B0604020202020204" pitchFamily="34" charset="0"/>
                <a:cs typeface="Arial" panose="020B0604020202020204" pitchFamily="34" charset="0"/>
              </a:defRPr>
            </a:lvl1pPr>
          </a:lstStyle>
          <a:p>
            <a:endParaRPr lang="de-AT" dirty="0"/>
          </a:p>
        </p:txBody>
      </p:sp>
      <p:pic>
        <p:nvPicPr>
          <p:cNvPr id="11"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
        <p:nvSpPr>
          <p:cNvPr id="12" name="Oval 3"/>
          <p:cNvSpPr>
            <a:spLocks noChangeAspect="1"/>
          </p:cNvSpPr>
          <p:nvPr userDrawn="1"/>
        </p:nvSpPr>
        <p:spPr>
          <a:xfrm>
            <a:off x="319548" y="2556388"/>
            <a:ext cx="1260000" cy="1260000"/>
          </a:xfrm>
          <a:prstGeom prst="ellipse">
            <a:avLst/>
          </a:prstGeom>
          <a:solidFill>
            <a:schemeClr val="bg1"/>
          </a:solidFill>
          <a:ln>
            <a:solidFill>
              <a:srgbClr val="009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accent2"/>
              </a:solidFill>
            </a:endParaRPr>
          </a:p>
        </p:txBody>
      </p:sp>
      <p:sp>
        <p:nvSpPr>
          <p:cNvPr id="13" name="Bildplatzhalter 6"/>
          <p:cNvSpPr>
            <a:spLocks noGrp="1"/>
          </p:cNvSpPr>
          <p:nvPr>
            <p:ph type="pic" sz="quarter" idx="14"/>
          </p:nvPr>
        </p:nvSpPr>
        <p:spPr>
          <a:xfrm>
            <a:off x="340409" y="2576318"/>
            <a:ext cx="1231476" cy="1237847"/>
          </a:xfrm>
          <a:custGeom>
            <a:avLst/>
            <a:gdLst>
              <a:gd name="connsiteX0" fmla="*/ 0 w 1240404"/>
              <a:gd name="connsiteY0" fmla="*/ 0 h 1248354"/>
              <a:gd name="connsiteX1" fmla="*/ 1240404 w 1240404"/>
              <a:gd name="connsiteY1" fmla="*/ 0 h 1248354"/>
              <a:gd name="connsiteX2" fmla="*/ 1240404 w 1240404"/>
              <a:gd name="connsiteY2" fmla="*/ 1248354 h 1248354"/>
              <a:gd name="connsiteX3" fmla="*/ 0 w 1240404"/>
              <a:gd name="connsiteY3" fmla="*/ 1248354 h 1248354"/>
              <a:gd name="connsiteX4" fmla="*/ 0 w 1240404"/>
              <a:gd name="connsiteY4" fmla="*/ 0 h 1248354"/>
              <a:gd name="connsiteX0" fmla="*/ 0 w 1240404"/>
              <a:gd name="connsiteY0" fmla="*/ 0 h 1248354"/>
              <a:gd name="connsiteX1" fmla="*/ 1192696 w 1240404"/>
              <a:gd name="connsiteY1" fmla="*/ 353833 h 1248354"/>
              <a:gd name="connsiteX2" fmla="*/ 1240404 w 1240404"/>
              <a:gd name="connsiteY2" fmla="*/ 1248354 h 1248354"/>
              <a:gd name="connsiteX3" fmla="*/ 0 w 1240404"/>
              <a:gd name="connsiteY3" fmla="*/ 1248354 h 1248354"/>
              <a:gd name="connsiteX4" fmla="*/ 0 w 1240404"/>
              <a:gd name="connsiteY4" fmla="*/ 0 h 1248354"/>
              <a:gd name="connsiteX0" fmla="*/ 47708 w 1240404"/>
              <a:gd name="connsiteY0" fmla="*/ 7951 h 894521"/>
              <a:gd name="connsiteX1" fmla="*/ 1192696 w 1240404"/>
              <a:gd name="connsiteY1" fmla="*/ 0 h 894521"/>
              <a:gd name="connsiteX2" fmla="*/ 1240404 w 1240404"/>
              <a:gd name="connsiteY2" fmla="*/ 894521 h 894521"/>
              <a:gd name="connsiteX3" fmla="*/ 0 w 1240404"/>
              <a:gd name="connsiteY3" fmla="*/ 894521 h 894521"/>
              <a:gd name="connsiteX4" fmla="*/ 47708 w 1240404"/>
              <a:gd name="connsiteY4" fmla="*/ 7951 h 894521"/>
              <a:gd name="connsiteX0" fmla="*/ 0 w 1192696"/>
              <a:gd name="connsiteY0" fmla="*/ 7951 h 894521"/>
              <a:gd name="connsiteX1" fmla="*/ 1144988 w 1192696"/>
              <a:gd name="connsiteY1" fmla="*/ 0 h 894521"/>
              <a:gd name="connsiteX2" fmla="*/ 1192696 w 1192696"/>
              <a:gd name="connsiteY2" fmla="*/ 894521 h 894521"/>
              <a:gd name="connsiteX3" fmla="*/ 19879 w 1192696"/>
              <a:gd name="connsiteY3" fmla="*/ 560566 h 894521"/>
              <a:gd name="connsiteX4" fmla="*/ 0 w 1192696"/>
              <a:gd name="connsiteY4" fmla="*/ 7951 h 894521"/>
              <a:gd name="connsiteX0" fmla="*/ 0 w 1144988"/>
              <a:gd name="connsiteY0" fmla="*/ 7951 h 568518"/>
              <a:gd name="connsiteX1" fmla="*/ 1144988 w 1144988"/>
              <a:gd name="connsiteY1" fmla="*/ 0 h 568518"/>
              <a:gd name="connsiteX2" fmla="*/ 1141012 w 1144988"/>
              <a:gd name="connsiteY2" fmla="*/ 568518 h 568518"/>
              <a:gd name="connsiteX3" fmla="*/ 19879 w 1144988"/>
              <a:gd name="connsiteY3" fmla="*/ 560566 h 568518"/>
              <a:gd name="connsiteX4" fmla="*/ 0 w 1144988"/>
              <a:gd name="connsiteY4" fmla="*/ 7951 h 568518"/>
              <a:gd name="connsiteX0" fmla="*/ 0 w 1144988"/>
              <a:gd name="connsiteY0" fmla="*/ 323360 h 883927"/>
              <a:gd name="connsiteX1" fmla="*/ 1144988 w 1144988"/>
              <a:gd name="connsiteY1" fmla="*/ 315409 h 883927"/>
              <a:gd name="connsiteX2" fmla="*/ 1141012 w 1144988"/>
              <a:gd name="connsiteY2" fmla="*/ 883927 h 883927"/>
              <a:gd name="connsiteX3" fmla="*/ 19879 w 1144988"/>
              <a:gd name="connsiteY3" fmla="*/ 875975 h 883927"/>
              <a:gd name="connsiteX4" fmla="*/ 0 w 1144988"/>
              <a:gd name="connsiteY4" fmla="*/ 323360 h 883927"/>
              <a:gd name="connsiteX0" fmla="*/ 0 w 1144988"/>
              <a:gd name="connsiteY0" fmla="*/ 369785 h 930352"/>
              <a:gd name="connsiteX1" fmla="*/ 1144988 w 1144988"/>
              <a:gd name="connsiteY1" fmla="*/ 361834 h 930352"/>
              <a:gd name="connsiteX2" fmla="*/ 1141012 w 1144988"/>
              <a:gd name="connsiteY2" fmla="*/ 930352 h 930352"/>
              <a:gd name="connsiteX3" fmla="*/ 19879 w 1144988"/>
              <a:gd name="connsiteY3" fmla="*/ 922400 h 930352"/>
              <a:gd name="connsiteX4" fmla="*/ 0 w 1144988"/>
              <a:gd name="connsiteY4" fmla="*/ 369785 h 930352"/>
              <a:gd name="connsiteX0" fmla="*/ 0 w 1144988"/>
              <a:gd name="connsiteY0" fmla="*/ 352359 h 912926"/>
              <a:gd name="connsiteX1" fmla="*/ 1144988 w 1144988"/>
              <a:gd name="connsiteY1" fmla="*/ 344408 h 912926"/>
              <a:gd name="connsiteX2" fmla="*/ 1141012 w 1144988"/>
              <a:gd name="connsiteY2" fmla="*/ 912926 h 912926"/>
              <a:gd name="connsiteX3" fmla="*/ 19879 w 1144988"/>
              <a:gd name="connsiteY3" fmla="*/ 904974 h 912926"/>
              <a:gd name="connsiteX4" fmla="*/ 0 w 1144988"/>
              <a:gd name="connsiteY4" fmla="*/ 352359 h 912926"/>
              <a:gd name="connsiteX0" fmla="*/ 0 w 1144988"/>
              <a:gd name="connsiteY0" fmla="*/ 356676 h 917243"/>
              <a:gd name="connsiteX1" fmla="*/ 1144988 w 1144988"/>
              <a:gd name="connsiteY1" fmla="*/ 348725 h 917243"/>
              <a:gd name="connsiteX2" fmla="*/ 1141012 w 1144988"/>
              <a:gd name="connsiteY2" fmla="*/ 917243 h 917243"/>
              <a:gd name="connsiteX3" fmla="*/ 19879 w 1144988"/>
              <a:gd name="connsiteY3" fmla="*/ 909291 h 917243"/>
              <a:gd name="connsiteX4" fmla="*/ 0 w 1144988"/>
              <a:gd name="connsiteY4" fmla="*/ 356676 h 917243"/>
              <a:gd name="connsiteX0" fmla="*/ 43555 w 1188543"/>
              <a:gd name="connsiteY0" fmla="*/ 356676 h 917243"/>
              <a:gd name="connsiteX1" fmla="*/ 1188543 w 1188543"/>
              <a:gd name="connsiteY1" fmla="*/ 348725 h 917243"/>
              <a:gd name="connsiteX2" fmla="*/ 1184567 w 1188543"/>
              <a:gd name="connsiteY2" fmla="*/ 917243 h 917243"/>
              <a:gd name="connsiteX3" fmla="*/ 63434 w 1188543"/>
              <a:gd name="connsiteY3" fmla="*/ 909291 h 917243"/>
              <a:gd name="connsiteX4" fmla="*/ 43555 w 1188543"/>
              <a:gd name="connsiteY4" fmla="*/ 356676 h 917243"/>
              <a:gd name="connsiteX0" fmla="*/ 43555 w 1188543"/>
              <a:gd name="connsiteY0" fmla="*/ 356676 h 1221166"/>
              <a:gd name="connsiteX1" fmla="*/ 1188543 w 1188543"/>
              <a:gd name="connsiteY1" fmla="*/ 348725 h 1221166"/>
              <a:gd name="connsiteX2" fmla="*/ 1184567 w 1188543"/>
              <a:gd name="connsiteY2" fmla="*/ 917243 h 1221166"/>
              <a:gd name="connsiteX3" fmla="*/ 63434 w 1188543"/>
              <a:gd name="connsiteY3" fmla="*/ 909291 h 1221166"/>
              <a:gd name="connsiteX4" fmla="*/ 43555 w 1188543"/>
              <a:gd name="connsiteY4" fmla="*/ 356676 h 1221166"/>
              <a:gd name="connsiteX0" fmla="*/ 43555 w 1188543"/>
              <a:gd name="connsiteY0" fmla="*/ 356676 h 1241708"/>
              <a:gd name="connsiteX1" fmla="*/ 1188543 w 1188543"/>
              <a:gd name="connsiteY1" fmla="*/ 348725 h 1241708"/>
              <a:gd name="connsiteX2" fmla="*/ 1184567 w 1188543"/>
              <a:gd name="connsiteY2" fmla="*/ 917243 h 1241708"/>
              <a:gd name="connsiteX3" fmla="*/ 63434 w 1188543"/>
              <a:gd name="connsiteY3" fmla="*/ 909291 h 1241708"/>
              <a:gd name="connsiteX4" fmla="*/ 43555 w 1188543"/>
              <a:gd name="connsiteY4" fmla="*/ 356676 h 1241708"/>
              <a:gd name="connsiteX0" fmla="*/ 43555 w 1196494"/>
              <a:gd name="connsiteY0" fmla="*/ 354020 h 1239052"/>
              <a:gd name="connsiteX1" fmla="*/ 1196494 w 1196494"/>
              <a:gd name="connsiteY1" fmla="*/ 350045 h 1239052"/>
              <a:gd name="connsiteX2" fmla="*/ 1184567 w 1196494"/>
              <a:gd name="connsiteY2" fmla="*/ 914587 h 1239052"/>
              <a:gd name="connsiteX3" fmla="*/ 63434 w 1196494"/>
              <a:gd name="connsiteY3" fmla="*/ 906635 h 1239052"/>
              <a:gd name="connsiteX4" fmla="*/ 43555 w 1196494"/>
              <a:gd name="connsiteY4" fmla="*/ 354020 h 1239052"/>
              <a:gd name="connsiteX0" fmla="*/ 43555 w 1228655"/>
              <a:gd name="connsiteY0" fmla="*/ 354020 h 1239052"/>
              <a:gd name="connsiteX1" fmla="*/ 1196494 w 1228655"/>
              <a:gd name="connsiteY1" fmla="*/ 350045 h 1239052"/>
              <a:gd name="connsiteX2" fmla="*/ 1184567 w 1228655"/>
              <a:gd name="connsiteY2" fmla="*/ 914587 h 1239052"/>
              <a:gd name="connsiteX3" fmla="*/ 63434 w 1228655"/>
              <a:gd name="connsiteY3" fmla="*/ 906635 h 1239052"/>
              <a:gd name="connsiteX4" fmla="*/ 43555 w 1228655"/>
              <a:gd name="connsiteY4" fmla="*/ 354020 h 1239052"/>
              <a:gd name="connsiteX0" fmla="*/ 43555 w 1228655"/>
              <a:gd name="connsiteY0" fmla="*/ 354020 h 1242993"/>
              <a:gd name="connsiteX1" fmla="*/ 1196494 w 1228655"/>
              <a:gd name="connsiteY1" fmla="*/ 350045 h 1242993"/>
              <a:gd name="connsiteX2" fmla="*/ 1184567 w 1228655"/>
              <a:gd name="connsiteY2" fmla="*/ 914587 h 1242993"/>
              <a:gd name="connsiteX3" fmla="*/ 63434 w 1228655"/>
              <a:gd name="connsiteY3" fmla="*/ 906635 h 1242993"/>
              <a:gd name="connsiteX4" fmla="*/ 43555 w 1228655"/>
              <a:gd name="connsiteY4" fmla="*/ 354020 h 1242993"/>
              <a:gd name="connsiteX0" fmla="*/ 43555 w 1225465"/>
              <a:gd name="connsiteY0" fmla="*/ 354020 h 1242993"/>
              <a:gd name="connsiteX1" fmla="*/ 1196494 w 1225465"/>
              <a:gd name="connsiteY1" fmla="*/ 350045 h 1242993"/>
              <a:gd name="connsiteX2" fmla="*/ 1168664 w 1225465"/>
              <a:gd name="connsiteY2" fmla="*/ 914587 h 1242993"/>
              <a:gd name="connsiteX3" fmla="*/ 63434 w 1225465"/>
              <a:gd name="connsiteY3" fmla="*/ 906635 h 1242993"/>
              <a:gd name="connsiteX4" fmla="*/ 43555 w 1225465"/>
              <a:gd name="connsiteY4" fmla="*/ 354020 h 1242993"/>
              <a:gd name="connsiteX0" fmla="*/ 43555 w 1231406"/>
              <a:gd name="connsiteY0" fmla="*/ 354020 h 1242993"/>
              <a:gd name="connsiteX1" fmla="*/ 1196494 w 1231406"/>
              <a:gd name="connsiteY1" fmla="*/ 350045 h 1242993"/>
              <a:gd name="connsiteX2" fmla="*/ 1168664 w 1231406"/>
              <a:gd name="connsiteY2" fmla="*/ 914587 h 1242993"/>
              <a:gd name="connsiteX3" fmla="*/ 63434 w 1231406"/>
              <a:gd name="connsiteY3" fmla="*/ 906635 h 1242993"/>
              <a:gd name="connsiteX4" fmla="*/ 43555 w 1231406"/>
              <a:gd name="connsiteY4" fmla="*/ 354020 h 1242993"/>
              <a:gd name="connsiteX0" fmla="*/ 43555 w 1231406"/>
              <a:gd name="connsiteY0" fmla="*/ 354020 h 1237106"/>
              <a:gd name="connsiteX1" fmla="*/ 1196494 w 1231406"/>
              <a:gd name="connsiteY1" fmla="*/ 350045 h 1237106"/>
              <a:gd name="connsiteX2" fmla="*/ 1168664 w 1231406"/>
              <a:gd name="connsiteY2" fmla="*/ 914587 h 1237106"/>
              <a:gd name="connsiteX3" fmla="*/ 63434 w 1231406"/>
              <a:gd name="connsiteY3" fmla="*/ 906635 h 1237106"/>
              <a:gd name="connsiteX4" fmla="*/ 43555 w 1231406"/>
              <a:gd name="connsiteY4" fmla="*/ 354020 h 1237106"/>
              <a:gd name="connsiteX0" fmla="*/ 46630 w 1234481"/>
              <a:gd name="connsiteY0" fmla="*/ 354020 h 1237106"/>
              <a:gd name="connsiteX1" fmla="*/ 1199569 w 1234481"/>
              <a:gd name="connsiteY1" fmla="*/ 350045 h 1237106"/>
              <a:gd name="connsiteX2" fmla="*/ 1171739 w 1234481"/>
              <a:gd name="connsiteY2" fmla="*/ 914587 h 1237106"/>
              <a:gd name="connsiteX3" fmla="*/ 66509 w 1234481"/>
              <a:gd name="connsiteY3" fmla="*/ 906635 h 1237106"/>
              <a:gd name="connsiteX4" fmla="*/ 46630 w 1234481"/>
              <a:gd name="connsiteY4" fmla="*/ 354020 h 1237106"/>
              <a:gd name="connsiteX0" fmla="*/ 46630 w 1234481"/>
              <a:gd name="connsiteY0" fmla="*/ 354020 h 1237106"/>
              <a:gd name="connsiteX1" fmla="*/ 1199569 w 1234481"/>
              <a:gd name="connsiteY1" fmla="*/ 350045 h 1237106"/>
              <a:gd name="connsiteX2" fmla="*/ 1171739 w 1234481"/>
              <a:gd name="connsiteY2" fmla="*/ 914587 h 1237106"/>
              <a:gd name="connsiteX3" fmla="*/ 66509 w 1234481"/>
              <a:gd name="connsiteY3" fmla="*/ 906635 h 1237106"/>
              <a:gd name="connsiteX4" fmla="*/ 46630 w 1234481"/>
              <a:gd name="connsiteY4" fmla="*/ 354020 h 1237106"/>
              <a:gd name="connsiteX0" fmla="*/ 46630 w 1236571"/>
              <a:gd name="connsiteY0" fmla="*/ 354020 h 1232579"/>
              <a:gd name="connsiteX1" fmla="*/ 1199569 w 1236571"/>
              <a:gd name="connsiteY1" fmla="*/ 350045 h 1232579"/>
              <a:gd name="connsiteX2" fmla="*/ 1179690 w 1236571"/>
              <a:gd name="connsiteY2" fmla="*/ 898684 h 1232579"/>
              <a:gd name="connsiteX3" fmla="*/ 66509 w 1236571"/>
              <a:gd name="connsiteY3" fmla="*/ 906635 h 1232579"/>
              <a:gd name="connsiteX4" fmla="*/ 46630 w 1236571"/>
              <a:gd name="connsiteY4" fmla="*/ 354020 h 1232579"/>
              <a:gd name="connsiteX0" fmla="*/ 46630 w 1228232"/>
              <a:gd name="connsiteY0" fmla="*/ 354020 h 1232579"/>
              <a:gd name="connsiteX1" fmla="*/ 1187642 w 1228232"/>
              <a:gd name="connsiteY1" fmla="*/ 350045 h 1232579"/>
              <a:gd name="connsiteX2" fmla="*/ 1179690 w 1228232"/>
              <a:gd name="connsiteY2" fmla="*/ 898684 h 1232579"/>
              <a:gd name="connsiteX3" fmla="*/ 66509 w 1228232"/>
              <a:gd name="connsiteY3" fmla="*/ 906635 h 1232579"/>
              <a:gd name="connsiteX4" fmla="*/ 46630 w 1228232"/>
              <a:gd name="connsiteY4" fmla="*/ 354020 h 1232579"/>
              <a:gd name="connsiteX0" fmla="*/ 57792 w 1223492"/>
              <a:gd name="connsiteY0" fmla="*/ 354020 h 1232579"/>
              <a:gd name="connsiteX1" fmla="*/ 1182902 w 1223492"/>
              <a:gd name="connsiteY1" fmla="*/ 350045 h 1232579"/>
              <a:gd name="connsiteX2" fmla="*/ 1174950 w 1223492"/>
              <a:gd name="connsiteY2" fmla="*/ 898684 h 1232579"/>
              <a:gd name="connsiteX3" fmla="*/ 61769 w 1223492"/>
              <a:gd name="connsiteY3" fmla="*/ 906635 h 1232579"/>
              <a:gd name="connsiteX4" fmla="*/ 57792 w 1223492"/>
              <a:gd name="connsiteY4" fmla="*/ 354020 h 1232579"/>
              <a:gd name="connsiteX0" fmla="*/ 57792 w 1221035"/>
              <a:gd name="connsiteY0" fmla="*/ 354020 h 1230359"/>
              <a:gd name="connsiteX1" fmla="*/ 1182902 w 1221035"/>
              <a:gd name="connsiteY1" fmla="*/ 350045 h 1230359"/>
              <a:gd name="connsiteX2" fmla="*/ 1166999 w 1221035"/>
              <a:gd name="connsiteY2" fmla="*/ 890733 h 1230359"/>
              <a:gd name="connsiteX3" fmla="*/ 61769 w 1221035"/>
              <a:gd name="connsiteY3" fmla="*/ 906635 h 1230359"/>
              <a:gd name="connsiteX4" fmla="*/ 57792 w 1221035"/>
              <a:gd name="connsiteY4" fmla="*/ 354020 h 1230359"/>
              <a:gd name="connsiteX0" fmla="*/ 57792 w 1226347"/>
              <a:gd name="connsiteY0" fmla="*/ 354020 h 1230359"/>
              <a:gd name="connsiteX1" fmla="*/ 1182902 w 1226347"/>
              <a:gd name="connsiteY1" fmla="*/ 350045 h 1230359"/>
              <a:gd name="connsiteX2" fmla="*/ 1166999 w 1226347"/>
              <a:gd name="connsiteY2" fmla="*/ 890733 h 1230359"/>
              <a:gd name="connsiteX3" fmla="*/ 61769 w 1226347"/>
              <a:gd name="connsiteY3" fmla="*/ 906635 h 1230359"/>
              <a:gd name="connsiteX4" fmla="*/ 57792 w 1226347"/>
              <a:gd name="connsiteY4" fmla="*/ 354020 h 1230359"/>
              <a:gd name="connsiteX0" fmla="*/ 57792 w 1229791"/>
              <a:gd name="connsiteY0" fmla="*/ 354020 h 1230359"/>
              <a:gd name="connsiteX1" fmla="*/ 1182902 w 1229791"/>
              <a:gd name="connsiteY1" fmla="*/ 350045 h 1230359"/>
              <a:gd name="connsiteX2" fmla="*/ 1166999 w 1229791"/>
              <a:gd name="connsiteY2" fmla="*/ 890733 h 1230359"/>
              <a:gd name="connsiteX3" fmla="*/ 61769 w 1229791"/>
              <a:gd name="connsiteY3" fmla="*/ 906635 h 1230359"/>
              <a:gd name="connsiteX4" fmla="*/ 57792 w 1229791"/>
              <a:gd name="connsiteY4" fmla="*/ 354020 h 1230359"/>
              <a:gd name="connsiteX0" fmla="*/ 57792 w 1229791"/>
              <a:gd name="connsiteY0" fmla="*/ 343619 h 1219958"/>
              <a:gd name="connsiteX1" fmla="*/ 1182902 w 1229791"/>
              <a:gd name="connsiteY1" fmla="*/ 339644 h 1219958"/>
              <a:gd name="connsiteX2" fmla="*/ 1166999 w 1229791"/>
              <a:gd name="connsiteY2" fmla="*/ 880332 h 1219958"/>
              <a:gd name="connsiteX3" fmla="*/ 61769 w 1229791"/>
              <a:gd name="connsiteY3" fmla="*/ 896234 h 1219958"/>
              <a:gd name="connsiteX4" fmla="*/ 57792 w 1229791"/>
              <a:gd name="connsiteY4" fmla="*/ 343619 h 1219958"/>
              <a:gd name="connsiteX0" fmla="*/ 57792 w 1229791"/>
              <a:gd name="connsiteY0" fmla="*/ 358303 h 1234642"/>
              <a:gd name="connsiteX1" fmla="*/ 1182902 w 1229791"/>
              <a:gd name="connsiteY1" fmla="*/ 354328 h 1234642"/>
              <a:gd name="connsiteX2" fmla="*/ 1166999 w 1229791"/>
              <a:gd name="connsiteY2" fmla="*/ 895016 h 1234642"/>
              <a:gd name="connsiteX3" fmla="*/ 61769 w 1229791"/>
              <a:gd name="connsiteY3" fmla="*/ 910918 h 1234642"/>
              <a:gd name="connsiteX4" fmla="*/ 57792 w 1229791"/>
              <a:gd name="connsiteY4" fmla="*/ 358303 h 1234642"/>
              <a:gd name="connsiteX0" fmla="*/ 60697 w 1232696"/>
              <a:gd name="connsiteY0" fmla="*/ 358303 h 1234642"/>
              <a:gd name="connsiteX1" fmla="*/ 1185807 w 1232696"/>
              <a:gd name="connsiteY1" fmla="*/ 354328 h 1234642"/>
              <a:gd name="connsiteX2" fmla="*/ 1169904 w 1232696"/>
              <a:gd name="connsiteY2" fmla="*/ 895016 h 1234642"/>
              <a:gd name="connsiteX3" fmla="*/ 64674 w 1232696"/>
              <a:gd name="connsiteY3" fmla="*/ 910918 h 1234642"/>
              <a:gd name="connsiteX4" fmla="*/ 60697 w 1232696"/>
              <a:gd name="connsiteY4" fmla="*/ 358303 h 1234642"/>
              <a:gd name="connsiteX0" fmla="*/ 60697 w 1232696"/>
              <a:gd name="connsiteY0" fmla="*/ 358303 h 1234642"/>
              <a:gd name="connsiteX1" fmla="*/ 1185807 w 1232696"/>
              <a:gd name="connsiteY1" fmla="*/ 354328 h 1234642"/>
              <a:gd name="connsiteX2" fmla="*/ 1169904 w 1232696"/>
              <a:gd name="connsiteY2" fmla="*/ 895016 h 1234642"/>
              <a:gd name="connsiteX3" fmla="*/ 64674 w 1232696"/>
              <a:gd name="connsiteY3" fmla="*/ 910918 h 1234642"/>
              <a:gd name="connsiteX4" fmla="*/ 60697 w 1232696"/>
              <a:gd name="connsiteY4" fmla="*/ 358303 h 1234642"/>
              <a:gd name="connsiteX0" fmla="*/ 52537 w 1224536"/>
              <a:gd name="connsiteY0" fmla="*/ 358303 h 1254926"/>
              <a:gd name="connsiteX1" fmla="*/ 1177647 w 1224536"/>
              <a:gd name="connsiteY1" fmla="*/ 354328 h 1254926"/>
              <a:gd name="connsiteX2" fmla="*/ 1161744 w 1224536"/>
              <a:gd name="connsiteY2" fmla="*/ 895016 h 1254926"/>
              <a:gd name="connsiteX3" fmla="*/ 68441 w 1224536"/>
              <a:gd name="connsiteY3" fmla="*/ 938748 h 1254926"/>
              <a:gd name="connsiteX4" fmla="*/ 52537 w 1224536"/>
              <a:gd name="connsiteY4" fmla="*/ 358303 h 1254926"/>
              <a:gd name="connsiteX0" fmla="*/ 57749 w 1229748"/>
              <a:gd name="connsiteY0" fmla="*/ 358303 h 1254926"/>
              <a:gd name="connsiteX1" fmla="*/ 1182859 w 1229748"/>
              <a:gd name="connsiteY1" fmla="*/ 354328 h 1254926"/>
              <a:gd name="connsiteX2" fmla="*/ 1166956 w 1229748"/>
              <a:gd name="connsiteY2" fmla="*/ 895016 h 1254926"/>
              <a:gd name="connsiteX3" fmla="*/ 73653 w 1229748"/>
              <a:gd name="connsiteY3" fmla="*/ 938748 h 1254926"/>
              <a:gd name="connsiteX4" fmla="*/ 57749 w 1229748"/>
              <a:gd name="connsiteY4" fmla="*/ 358303 h 1254926"/>
              <a:gd name="connsiteX0" fmla="*/ 57749 w 1229748"/>
              <a:gd name="connsiteY0" fmla="*/ 359462 h 1256085"/>
              <a:gd name="connsiteX1" fmla="*/ 1182859 w 1229748"/>
              <a:gd name="connsiteY1" fmla="*/ 355487 h 1256085"/>
              <a:gd name="connsiteX2" fmla="*/ 1166956 w 1229748"/>
              <a:gd name="connsiteY2" fmla="*/ 896175 h 1256085"/>
              <a:gd name="connsiteX3" fmla="*/ 73653 w 1229748"/>
              <a:gd name="connsiteY3" fmla="*/ 939907 h 1256085"/>
              <a:gd name="connsiteX4" fmla="*/ 57749 w 1229748"/>
              <a:gd name="connsiteY4" fmla="*/ 359462 h 1256085"/>
              <a:gd name="connsiteX0" fmla="*/ 57749 w 1229748"/>
              <a:gd name="connsiteY0" fmla="*/ 349210 h 1245833"/>
              <a:gd name="connsiteX1" fmla="*/ 1182859 w 1229748"/>
              <a:gd name="connsiteY1" fmla="*/ 345235 h 1245833"/>
              <a:gd name="connsiteX2" fmla="*/ 1166956 w 1229748"/>
              <a:gd name="connsiteY2" fmla="*/ 885923 h 1245833"/>
              <a:gd name="connsiteX3" fmla="*/ 73653 w 1229748"/>
              <a:gd name="connsiteY3" fmla="*/ 929655 h 1245833"/>
              <a:gd name="connsiteX4" fmla="*/ 57749 w 1229748"/>
              <a:gd name="connsiteY4" fmla="*/ 349210 h 1245833"/>
              <a:gd name="connsiteX0" fmla="*/ 57749 w 1229748"/>
              <a:gd name="connsiteY0" fmla="*/ 354332 h 1250955"/>
              <a:gd name="connsiteX1" fmla="*/ 1182859 w 1229748"/>
              <a:gd name="connsiteY1" fmla="*/ 350357 h 1250955"/>
              <a:gd name="connsiteX2" fmla="*/ 1166956 w 1229748"/>
              <a:gd name="connsiteY2" fmla="*/ 891045 h 1250955"/>
              <a:gd name="connsiteX3" fmla="*/ 73653 w 1229748"/>
              <a:gd name="connsiteY3" fmla="*/ 934777 h 1250955"/>
              <a:gd name="connsiteX4" fmla="*/ 57749 w 1229748"/>
              <a:gd name="connsiteY4" fmla="*/ 354332 h 1250955"/>
              <a:gd name="connsiteX0" fmla="*/ 57749 w 1231476"/>
              <a:gd name="connsiteY0" fmla="*/ 354332 h 1250955"/>
              <a:gd name="connsiteX1" fmla="*/ 1182859 w 1231476"/>
              <a:gd name="connsiteY1" fmla="*/ 350357 h 1250955"/>
              <a:gd name="connsiteX2" fmla="*/ 1166956 w 1231476"/>
              <a:gd name="connsiteY2" fmla="*/ 891045 h 1250955"/>
              <a:gd name="connsiteX3" fmla="*/ 73653 w 1231476"/>
              <a:gd name="connsiteY3" fmla="*/ 934777 h 1250955"/>
              <a:gd name="connsiteX4" fmla="*/ 57749 w 1231476"/>
              <a:gd name="connsiteY4" fmla="*/ 354332 h 1250955"/>
              <a:gd name="connsiteX0" fmla="*/ 57749 w 1231476"/>
              <a:gd name="connsiteY0" fmla="*/ 354332 h 1231521"/>
              <a:gd name="connsiteX1" fmla="*/ 1182859 w 1231476"/>
              <a:gd name="connsiteY1" fmla="*/ 350357 h 1231521"/>
              <a:gd name="connsiteX2" fmla="*/ 1166956 w 1231476"/>
              <a:gd name="connsiteY2" fmla="*/ 891045 h 1231521"/>
              <a:gd name="connsiteX3" fmla="*/ 73653 w 1231476"/>
              <a:gd name="connsiteY3" fmla="*/ 934777 h 1231521"/>
              <a:gd name="connsiteX4" fmla="*/ 57749 w 1231476"/>
              <a:gd name="connsiteY4" fmla="*/ 354332 h 1231521"/>
              <a:gd name="connsiteX0" fmla="*/ 57749 w 1231476"/>
              <a:gd name="connsiteY0" fmla="*/ 354332 h 1233288"/>
              <a:gd name="connsiteX1" fmla="*/ 1182859 w 1231476"/>
              <a:gd name="connsiteY1" fmla="*/ 350357 h 1233288"/>
              <a:gd name="connsiteX2" fmla="*/ 1166956 w 1231476"/>
              <a:gd name="connsiteY2" fmla="*/ 891045 h 1233288"/>
              <a:gd name="connsiteX3" fmla="*/ 73653 w 1231476"/>
              <a:gd name="connsiteY3" fmla="*/ 934777 h 1233288"/>
              <a:gd name="connsiteX4" fmla="*/ 57749 w 1231476"/>
              <a:gd name="connsiteY4" fmla="*/ 354332 h 1233288"/>
              <a:gd name="connsiteX0" fmla="*/ 57749 w 1231476"/>
              <a:gd name="connsiteY0" fmla="*/ 354332 h 1237847"/>
              <a:gd name="connsiteX1" fmla="*/ 1182859 w 1231476"/>
              <a:gd name="connsiteY1" fmla="*/ 350357 h 1237847"/>
              <a:gd name="connsiteX2" fmla="*/ 1166956 w 1231476"/>
              <a:gd name="connsiteY2" fmla="*/ 891045 h 1237847"/>
              <a:gd name="connsiteX3" fmla="*/ 73653 w 1231476"/>
              <a:gd name="connsiteY3" fmla="*/ 934777 h 1237847"/>
              <a:gd name="connsiteX4" fmla="*/ 57749 w 1231476"/>
              <a:gd name="connsiteY4" fmla="*/ 354332 h 1237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1476" h="1237847">
                <a:moveTo>
                  <a:pt x="57749" y="354332"/>
                </a:moveTo>
                <a:cubicBezTo>
                  <a:pt x="161115" y="89289"/>
                  <a:pt x="741561" y="-287073"/>
                  <a:pt x="1182859" y="350357"/>
                </a:cubicBezTo>
                <a:cubicBezTo>
                  <a:pt x="1272973" y="651182"/>
                  <a:pt x="1219965" y="761173"/>
                  <a:pt x="1166956" y="891045"/>
                </a:cubicBezTo>
                <a:cubicBezTo>
                  <a:pt x="1186836" y="987785"/>
                  <a:pt x="602415" y="1593410"/>
                  <a:pt x="73653" y="934777"/>
                </a:cubicBezTo>
                <a:cubicBezTo>
                  <a:pt x="-72121" y="595521"/>
                  <a:pt x="40521" y="439145"/>
                  <a:pt x="57749" y="354332"/>
                </a:cubicBezTo>
                <a:close/>
              </a:path>
            </a:pathLst>
          </a:custGeom>
        </p:spPr>
        <p:txBody>
          <a:bodyPr/>
          <a:lstStyle>
            <a:lvl1pPr>
              <a:defRPr sz="1000">
                <a:latin typeface="Arial" panose="020B0604020202020204" pitchFamily="34" charset="0"/>
                <a:cs typeface="Arial" panose="020B0604020202020204" pitchFamily="34" charset="0"/>
              </a:defRPr>
            </a:lvl1pPr>
          </a:lstStyle>
          <a:p>
            <a:endParaRPr lang="de-AT" dirty="0"/>
          </a:p>
        </p:txBody>
      </p:sp>
    </p:spTree>
    <p:extLst>
      <p:ext uri="{BB962C8B-B14F-4D97-AF65-F5344CB8AC3E}">
        <p14:creationId xmlns:p14="http://schemas.microsoft.com/office/powerpoint/2010/main" val="170347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600" fill="hold"/>
                                        <p:tgtEl>
                                          <p:spTgt spid="11"/>
                                        </p:tgtEl>
                                        <p:attrNameLst>
                                          <p:attrName>ppt_x</p:attrName>
                                        </p:attrNameLst>
                                      </p:cBhvr>
                                      <p:tavLst>
                                        <p:tav tm="0">
                                          <p:val>
                                            <p:strVal val="0-#ppt_w/2"/>
                                          </p:val>
                                        </p:tav>
                                        <p:tav tm="100000">
                                          <p:val>
                                            <p:strVal val="#ppt_x"/>
                                          </p:val>
                                        </p:tav>
                                      </p:tavLst>
                                    </p:anim>
                                    <p:anim calcmode="lin" valueType="num">
                                      <p:cBhvr additive="base">
                                        <p:cTn id="8" dur="6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par>
                                <p:cTn id="13" presetID="10" presetClass="entr" presetSubtype="0"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extLst>
    <p:ext uri="{DCECCB84-F9BA-43D5-87BE-67443E8EF086}">
      <p15:sldGuideLst xmlns:p15="http://schemas.microsoft.com/office/powerpoint/2012/main">
        <p15:guide id="1" orient="horz" pos="200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7_Referenz - Tabelle 1">
    <p:spTree>
      <p:nvGrpSpPr>
        <p:cNvPr id="1" name=""/>
        <p:cNvGrpSpPr/>
        <p:nvPr/>
      </p:nvGrpSpPr>
      <p:grpSpPr>
        <a:xfrm>
          <a:off x="0" y="0"/>
          <a:ext cx="0" cy="0"/>
          <a:chOff x="0" y="0"/>
          <a:chExt cx="0" cy="0"/>
        </a:xfrm>
      </p:grpSpPr>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4" name="Textplatzhalter 4"/>
          <p:cNvSpPr>
            <a:spLocks noGrp="1"/>
          </p:cNvSpPr>
          <p:nvPr>
            <p:ph type="body" sz="quarter" idx="10"/>
          </p:nvPr>
        </p:nvSpPr>
        <p:spPr>
          <a:xfrm>
            <a:off x="814931" y="1785276"/>
            <a:ext cx="10564284" cy="664615"/>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5" name="Bildplatzhalter 2"/>
          <p:cNvSpPr>
            <a:spLocks noGrp="1"/>
          </p:cNvSpPr>
          <p:nvPr>
            <p:ph type="pic" sz="quarter" idx="13"/>
          </p:nvPr>
        </p:nvSpPr>
        <p:spPr>
          <a:xfrm>
            <a:off x="817157" y="1076095"/>
            <a:ext cx="3627526" cy="581255"/>
          </a:xfrm>
          <a:prstGeom prst="rect">
            <a:avLst/>
          </a:prstGeom>
        </p:spPr>
        <p:txBody>
          <a:bodyPr/>
          <a:lstStyle>
            <a:lvl1pPr marL="0" indent="0" algn="l">
              <a:buNone/>
              <a:defRPr sz="900">
                <a:latin typeface="Arial" panose="020B0604020202020204" pitchFamily="34" charset="0"/>
                <a:cs typeface="Arial" panose="020B0604020202020204" pitchFamily="34" charset="0"/>
              </a:defRPr>
            </a:lvl1pPr>
          </a:lstStyle>
          <a:p>
            <a:endParaRPr lang="de-AT" dirty="0"/>
          </a:p>
        </p:txBody>
      </p:sp>
    </p:spTree>
    <p:extLst>
      <p:ext uri="{BB962C8B-B14F-4D97-AF65-F5344CB8AC3E}">
        <p14:creationId xmlns:p14="http://schemas.microsoft.com/office/powerpoint/2010/main" val="2816861092"/>
      </p:ext>
    </p:extLst>
  </p:cSld>
  <p:clrMapOvr>
    <a:masterClrMapping/>
  </p:clrMapOvr>
  <p:extLst>
    <p:ext uri="{DCECCB84-F9BA-43D5-87BE-67443E8EF086}">
      <p15:sldGuideLst xmlns:p15="http://schemas.microsoft.com/office/powerpoint/2012/main">
        <p15:guide id="1" orient="horz" pos="673" userDrawn="1">
          <p15:clr>
            <a:srgbClr val="FBAE40"/>
          </p15:clr>
        </p15:guide>
        <p15:guide id="2" pos="3840" userDrawn="1">
          <p15:clr>
            <a:srgbClr val="FBAE40"/>
          </p15:clr>
        </p15:guide>
        <p15:guide id="3" orient="horz" pos="1541"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8_Referenz - Tabelle 2">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807523" y="1444639"/>
            <a:ext cx="10571692"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8"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3" name="Textplatzhalter 2"/>
          <p:cNvSpPr>
            <a:spLocks noGrp="1"/>
          </p:cNvSpPr>
          <p:nvPr>
            <p:ph type="body" sz="quarter" idx="13"/>
          </p:nvPr>
        </p:nvSpPr>
        <p:spPr>
          <a:xfrm>
            <a:off x="721754" y="2605891"/>
            <a:ext cx="10565341" cy="914400"/>
          </a:xfrm>
          <a:prstGeom prst="rect">
            <a:avLst/>
          </a:prstGeom>
        </p:spPr>
        <p:txBody>
          <a:bodyPr/>
          <a:lstStyle>
            <a:lvl1pPr marL="0" indent="0">
              <a:buNone/>
              <a:defRPr sz="1300">
                <a:solidFill>
                  <a:srgbClr val="00377A"/>
                </a:solidFill>
                <a:latin typeface="Arial" panose="020B0604020202020204" pitchFamily="34" charset="0"/>
                <a:cs typeface="Arial" panose="020B0604020202020204" pitchFamily="34" charset="0"/>
              </a:defRPr>
            </a:lvl1pPr>
            <a:lvl2pPr marL="457154" indent="0">
              <a:buNone/>
              <a:defRPr sz="1300">
                <a:latin typeface="Arial" panose="020B0604020202020204" pitchFamily="34" charset="0"/>
                <a:cs typeface="Arial" panose="020B0604020202020204" pitchFamily="34" charset="0"/>
              </a:defRPr>
            </a:lvl2pPr>
            <a:lvl3pPr marL="914310" indent="0">
              <a:buNone/>
              <a:defRPr sz="1300">
                <a:latin typeface="Arial" panose="020B0604020202020204" pitchFamily="34" charset="0"/>
                <a:cs typeface="Arial" panose="020B0604020202020204" pitchFamily="34" charset="0"/>
              </a:defRPr>
            </a:lvl3pPr>
            <a:lvl4pPr marL="1371464" indent="0">
              <a:buNone/>
              <a:defRPr sz="1300">
                <a:latin typeface="Arial" panose="020B0604020202020204" pitchFamily="34" charset="0"/>
                <a:cs typeface="Arial" panose="020B0604020202020204" pitchFamily="34" charset="0"/>
              </a:defRPr>
            </a:lvl4pPr>
            <a:lvl5pPr marL="1828618" indent="0">
              <a:buNone/>
              <a:defRPr sz="1300">
                <a:latin typeface="Arial" panose="020B0604020202020204" pitchFamily="34" charset="0"/>
                <a:cs typeface="Arial" panose="020B0604020202020204" pitchFamily="34" charset="0"/>
              </a:defRPr>
            </a:lvl5pPr>
          </a:lstStyle>
          <a:p>
            <a:pPr lvl="0"/>
            <a:r>
              <a:rPr lang="de-DE" dirty="0"/>
              <a:t>Formatvorlagen des Textmasters bearbeiten</a:t>
            </a:r>
          </a:p>
        </p:txBody>
      </p:sp>
    </p:spTree>
    <p:extLst>
      <p:ext uri="{BB962C8B-B14F-4D97-AF65-F5344CB8AC3E}">
        <p14:creationId xmlns:p14="http://schemas.microsoft.com/office/powerpoint/2010/main" val="33636782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9_Tabelle">
    <p:spTree>
      <p:nvGrpSpPr>
        <p:cNvPr id="1" name=""/>
        <p:cNvGrpSpPr/>
        <p:nvPr/>
      </p:nvGrpSpPr>
      <p:grpSpPr>
        <a:xfrm>
          <a:off x="0" y="0"/>
          <a:ext cx="0" cy="0"/>
          <a:chOff x="0" y="0"/>
          <a:chExt cx="0" cy="0"/>
        </a:xfrm>
      </p:grpSpPr>
      <p:sp>
        <p:nvSpPr>
          <p:cNvPr id="5" name="Textplatzhalter 4"/>
          <p:cNvSpPr>
            <a:spLocks noGrp="1"/>
          </p:cNvSpPr>
          <p:nvPr>
            <p:ph type="body" sz="quarter" idx="10"/>
          </p:nvPr>
        </p:nvSpPr>
        <p:spPr>
          <a:xfrm>
            <a:off x="2005014" y="1444639"/>
            <a:ext cx="9374188"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sp>
        <p:nvSpPr>
          <p:cNvPr id="7" name="Tabellenplatzhalter 6"/>
          <p:cNvSpPr>
            <a:spLocks noGrp="1"/>
          </p:cNvSpPr>
          <p:nvPr>
            <p:ph type="tbl" sz="quarter" idx="11"/>
          </p:nvPr>
        </p:nvSpPr>
        <p:spPr>
          <a:xfrm>
            <a:off x="2005014" y="2682873"/>
            <a:ext cx="9374201" cy="3420000"/>
          </a:xfrm>
          <a:prstGeom prst="rect">
            <a:avLst/>
          </a:prstGeom>
        </p:spPr>
        <p:txBody>
          <a:bodyPr vert="horz"/>
          <a:lstStyle>
            <a:lvl1pPr marL="0" indent="0">
              <a:buNone/>
              <a:defRPr sz="1200">
                <a:latin typeface="Arial"/>
                <a:cs typeface="Arial"/>
              </a:defRPr>
            </a:lvl1pPr>
          </a:lstStyle>
          <a:p>
            <a:r>
              <a:rPr lang="de-DE" dirty="0"/>
              <a:t>Tabelle</a:t>
            </a:r>
          </a:p>
        </p:txBody>
      </p:sp>
      <p:sp>
        <p:nvSpPr>
          <p:cNvPr id="8"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pic>
        <p:nvPicPr>
          <p:cNvPr id="6" name="Bild 2"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3039847993"/>
      </p:ext>
    </p:extLst>
  </p:cSld>
  <p:clrMapOvr>
    <a:masterClrMapping/>
  </p:clrMapOvr>
  <p:extLst>
    <p:ext uri="{DCECCB84-F9BA-43D5-87BE-67443E8EF086}">
      <p15:sldGuideLst xmlns:p15="http://schemas.microsoft.com/office/powerpoint/2012/main">
        <p15:guide id="1" pos="5111" userDrawn="1">
          <p15:clr>
            <a:srgbClr val="FBAE40"/>
          </p15:clr>
        </p15:guide>
        <p15:guide id="2" orient="horz" pos="154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0_Balkendiagramm">
    <p:spTree>
      <p:nvGrpSpPr>
        <p:cNvPr id="1" name=""/>
        <p:cNvGrpSpPr/>
        <p:nvPr/>
      </p:nvGrpSpPr>
      <p:grpSpPr>
        <a:xfrm>
          <a:off x="0" y="0"/>
          <a:ext cx="0" cy="0"/>
          <a:chOff x="0" y="0"/>
          <a:chExt cx="0" cy="0"/>
        </a:xfrm>
      </p:grpSpPr>
      <p:sp>
        <p:nvSpPr>
          <p:cNvPr id="3" name="Diagrammplatzhalter 2"/>
          <p:cNvSpPr>
            <a:spLocks noGrp="1"/>
          </p:cNvSpPr>
          <p:nvPr>
            <p:ph type="chart" sz="quarter" idx="14" hasCustomPrompt="1"/>
          </p:nvPr>
        </p:nvSpPr>
        <p:spPr>
          <a:xfrm>
            <a:off x="2005014" y="2682261"/>
            <a:ext cx="9384777" cy="3084965"/>
          </a:xfrm>
          <a:prstGeom prst="rect">
            <a:avLst/>
          </a:prstGeom>
        </p:spPr>
        <p:txBody>
          <a:bodyPr/>
          <a:lstStyle>
            <a:lvl1pPr marL="0" indent="0">
              <a:buFontTx/>
              <a:buNone/>
              <a:defRPr sz="1200" baseline="0">
                <a:latin typeface="Arial" charset="0"/>
              </a:defRPr>
            </a:lvl1pPr>
          </a:lstStyle>
          <a:p>
            <a:r>
              <a:rPr lang="de-DE" dirty="0"/>
              <a:t>Balkendiagramm einfügen</a:t>
            </a:r>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8" name="Textplatzhalter 4"/>
          <p:cNvSpPr>
            <a:spLocks noGrp="1"/>
          </p:cNvSpPr>
          <p:nvPr>
            <p:ph type="body" sz="quarter" idx="10"/>
          </p:nvPr>
        </p:nvSpPr>
        <p:spPr>
          <a:xfrm>
            <a:off x="2005014" y="1444639"/>
            <a:ext cx="9374188"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pic>
        <p:nvPicPr>
          <p:cNvPr id="7" name="Bild 5"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3869291560"/>
      </p:ext>
    </p:extLst>
  </p:cSld>
  <p:clrMapOvr>
    <a:masterClrMapping/>
  </p:clrMapOvr>
  <p:extLst>
    <p:ext uri="{DCECCB84-F9BA-43D5-87BE-67443E8EF086}">
      <p15:sldGuideLst xmlns:p15="http://schemas.microsoft.com/office/powerpoint/2012/main">
        <p15:guide id="1" pos="1675"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_Liniendiagramm">
    <p:spTree>
      <p:nvGrpSpPr>
        <p:cNvPr id="1" name=""/>
        <p:cNvGrpSpPr/>
        <p:nvPr/>
      </p:nvGrpSpPr>
      <p:grpSpPr>
        <a:xfrm>
          <a:off x="0" y="0"/>
          <a:ext cx="0" cy="0"/>
          <a:chOff x="0" y="0"/>
          <a:chExt cx="0" cy="0"/>
        </a:xfrm>
      </p:grpSpPr>
      <p:sp>
        <p:nvSpPr>
          <p:cNvPr id="3" name="Diagrammplatzhalter 2"/>
          <p:cNvSpPr>
            <a:spLocks noGrp="1"/>
          </p:cNvSpPr>
          <p:nvPr>
            <p:ph type="chart" sz="quarter" idx="14" hasCustomPrompt="1"/>
          </p:nvPr>
        </p:nvSpPr>
        <p:spPr>
          <a:xfrm>
            <a:off x="2005014" y="2682261"/>
            <a:ext cx="9384767" cy="3084965"/>
          </a:xfrm>
          <a:prstGeom prst="rect">
            <a:avLst/>
          </a:prstGeom>
        </p:spPr>
        <p:txBody>
          <a:bodyPr/>
          <a:lstStyle>
            <a:lvl1pPr marL="0" indent="0">
              <a:buFontTx/>
              <a:buNone/>
              <a:defRPr sz="1200" baseline="0">
                <a:latin typeface="Arial" charset="0"/>
              </a:defRPr>
            </a:lvl1pPr>
          </a:lstStyle>
          <a:p>
            <a:r>
              <a:rPr lang="de-DE" dirty="0"/>
              <a:t>Liniendiagramm einfügen</a:t>
            </a:r>
          </a:p>
        </p:txBody>
      </p:sp>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0" name="Textplatzhalter 4"/>
          <p:cNvSpPr>
            <a:spLocks noGrp="1"/>
          </p:cNvSpPr>
          <p:nvPr>
            <p:ph type="body" sz="quarter" idx="10"/>
          </p:nvPr>
        </p:nvSpPr>
        <p:spPr>
          <a:xfrm>
            <a:off x="2005014" y="1444639"/>
            <a:ext cx="9374188"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pic>
        <p:nvPicPr>
          <p:cNvPr id="7" name="Bild 5"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3942583921"/>
      </p:ext>
    </p:extLst>
  </p:cSld>
  <p:clrMapOvr>
    <a:masterClrMapping/>
  </p:clrMapOvr>
  <p:extLst>
    <p:ext uri="{DCECCB84-F9BA-43D5-87BE-67443E8EF086}">
      <p15:sldGuideLst xmlns:p15="http://schemas.microsoft.com/office/powerpoint/2012/main">
        <p15:guide id="1" pos="166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_Tortendiagramm">
    <p:spTree>
      <p:nvGrpSpPr>
        <p:cNvPr id="1" name=""/>
        <p:cNvGrpSpPr/>
        <p:nvPr/>
      </p:nvGrpSpPr>
      <p:grpSpPr>
        <a:xfrm>
          <a:off x="0" y="0"/>
          <a:ext cx="0" cy="0"/>
          <a:chOff x="0" y="0"/>
          <a:chExt cx="0" cy="0"/>
        </a:xfrm>
      </p:grpSpPr>
      <p:sp>
        <p:nvSpPr>
          <p:cNvPr id="9" name="Textplatzhalter 6"/>
          <p:cNvSpPr>
            <a:spLocks noGrp="1"/>
          </p:cNvSpPr>
          <p:nvPr>
            <p:ph type="body" sz="quarter" idx="12" hasCustomPrompt="1"/>
          </p:nvPr>
        </p:nvSpPr>
        <p:spPr>
          <a:xfrm>
            <a:off x="806468" y="523507"/>
            <a:ext cx="5287433" cy="314156"/>
          </a:xfrm>
          <a:prstGeom prst="rect">
            <a:avLst/>
          </a:prstGeom>
        </p:spPr>
        <p:txBody>
          <a:bodyPr vert="horz" lIns="0" tIns="0" rIns="0" bIns="0"/>
          <a:lstStyle>
            <a:lvl1pPr marL="0" indent="0">
              <a:buFontTx/>
              <a:buNone/>
              <a:defRPr sz="1100" b="1" u="sng">
                <a:solidFill>
                  <a:srgbClr val="00377A"/>
                </a:solidFill>
                <a:latin typeface="Arial"/>
                <a:cs typeface="Arial"/>
              </a:defRPr>
            </a:lvl1pPr>
          </a:lstStyle>
          <a:p>
            <a:pPr lvl="0"/>
            <a:r>
              <a:rPr lang="de-DE" dirty="0" err="1"/>
              <a:t>aws</a:t>
            </a:r>
            <a:r>
              <a:rPr lang="de-DE" dirty="0"/>
              <a:t> Produkttitel</a:t>
            </a:r>
          </a:p>
        </p:txBody>
      </p:sp>
      <p:sp>
        <p:nvSpPr>
          <p:cNvPr id="11" name="Textplatzhalter 6"/>
          <p:cNvSpPr>
            <a:spLocks noGrp="1"/>
          </p:cNvSpPr>
          <p:nvPr>
            <p:ph type="body" sz="quarter" idx="19"/>
          </p:nvPr>
        </p:nvSpPr>
        <p:spPr>
          <a:xfrm>
            <a:off x="7357271" y="3056855"/>
            <a:ext cx="3340857" cy="2618249"/>
          </a:xfrm>
          <a:prstGeom prst="rect">
            <a:avLst/>
          </a:prstGeom>
        </p:spPr>
        <p:txBody>
          <a:bodyPr vert="horz" lIns="0" tIns="0" rIns="0" bIns="0" anchor="t" anchorCtr="0"/>
          <a:lstStyle>
            <a:lvl1pPr marL="0" marR="0" indent="0" algn="l" defTabSz="457154" rtl="0" eaLnBrk="1" fontAlgn="auto" latinLnBrk="0" hangingPunct="1">
              <a:lnSpc>
                <a:spcPct val="110000"/>
              </a:lnSpc>
              <a:spcBef>
                <a:spcPct val="20000"/>
              </a:spcBef>
              <a:spcAft>
                <a:spcPts val="0"/>
              </a:spcAft>
              <a:buClr>
                <a:srgbClr val="00AEEF"/>
              </a:buClr>
              <a:buSzPct val="100000"/>
              <a:buFontTx/>
              <a:buNone/>
              <a:tabLst/>
              <a:defRPr sz="1100" b="0" baseline="0">
                <a:solidFill>
                  <a:srgbClr val="00377A"/>
                </a:solidFill>
                <a:latin typeface="Arial"/>
                <a:cs typeface="Arial"/>
              </a:defRPr>
            </a:lvl1pPr>
          </a:lstStyle>
          <a:p>
            <a:pPr lvl="0"/>
            <a:r>
              <a:rPr lang="de-AT" dirty="0"/>
              <a:t>Mastertextformat bearbeiten</a:t>
            </a:r>
          </a:p>
        </p:txBody>
      </p:sp>
      <p:sp>
        <p:nvSpPr>
          <p:cNvPr id="8" name="Diagrammplatzhalter 2"/>
          <p:cNvSpPr>
            <a:spLocks noGrp="1"/>
          </p:cNvSpPr>
          <p:nvPr>
            <p:ph type="chart" sz="quarter" idx="14" hasCustomPrompt="1"/>
          </p:nvPr>
        </p:nvSpPr>
        <p:spPr>
          <a:xfrm>
            <a:off x="2011003" y="2688310"/>
            <a:ext cx="5211456" cy="3172571"/>
          </a:xfrm>
          <a:prstGeom prst="rect">
            <a:avLst/>
          </a:prstGeom>
        </p:spPr>
        <p:txBody>
          <a:bodyPr/>
          <a:lstStyle>
            <a:lvl1pPr marL="0" indent="0">
              <a:buFontTx/>
              <a:buNone/>
              <a:defRPr sz="1200" baseline="0">
                <a:latin typeface="Arial" charset="0"/>
              </a:defRPr>
            </a:lvl1pPr>
          </a:lstStyle>
          <a:p>
            <a:r>
              <a:rPr lang="de-DE" dirty="0"/>
              <a:t>Diagramm einfügen</a:t>
            </a:r>
          </a:p>
        </p:txBody>
      </p:sp>
      <p:sp>
        <p:nvSpPr>
          <p:cNvPr id="7" name="Textplatzhalter 4"/>
          <p:cNvSpPr>
            <a:spLocks noGrp="1"/>
          </p:cNvSpPr>
          <p:nvPr>
            <p:ph type="body" sz="quarter" idx="10"/>
          </p:nvPr>
        </p:nvSpPr>
        <p:spPr>
          <a:xfrm>
            <a:off x="2005014" y="1444639"/>
            <a:ext cx="9374188" cy="1005247"/>
          </a:xfrm>
          <a:prstGeom prst="rect">
            <a:avLst/>
          </a:prstGeom>
        </p:spPr>
        <p:txBody>
          <a:bodyPr vert="horz" lIns="0" tIns="0" rIns="0" bIns="0" anchor="b"/>
          <a:lstStyle>
            <a:lvl1pPr marL="0" indent="0">
              <a:buFontTx/>
              <a:buNone/>
              <a:defRPr sz="2400" b="1">
                <a:solidFill>
                  <a:srgbClr val="00377A"/>
                </a:solidFill>
                <a:latin typeface="Arial"/>
                <a:cs typeface="Arial"/>
              </a:defRPr>
            </a:lvl1pPr>
          </a:lstStyle>
          <a:p>
            <a:pPr lvl="0"/>
            <a:r>
              <a:rPr lang="de-AT" dirty="0"/>
              <a:t>Mastertextformat bearbeiten</a:t>
            </a:r>
          </a:p>
        </p:txBody>
      </p:sp>
      <p:pic>
        <p:nvPicPr>
          <p:cNvPr id="10" name="Bild 4" descr="pfeil.png"/>
          <p:cNvPicPr>
            <a:picLocks noChangeAspect="1"/>
          </p:cNvPicPr>
          <p:nvPr userDrawn="1"/>
        </p:nvPicPr>
        <p:blipFill rotWithShape="1">
          <a:blip r:embed="rId2" cstate="print">
            <a:extLst>
              <a:ext uri="{28A0092B-C50C-407E-A947-70E740481C1C}">
                <a14:useLocalDpi xmlns:a14="http://schemas.microsoft.com/office/drawing/2010/main"/>
              </a:ext>
            </a:extLst>
          </a:blip>
          <a:srcRect l="20755"/>
          <a:stretch/>
        </p:blipFill>
        <p:spPr>
          <a:xfrm>
            <a:off x="-1" y="2277047"/>
            <a:ext cx="1833283" cy="2313432"/>
          </a:xfrm>
          <a:prstGeom prst="rect">
            <a:avLst/>
          </a:prstGeom>
        </p:spPr>
      </p:pic>
    </p:spTree>
    <p:extLst>
      <p:ext uri="{BB962C8B-B14F-4D97-AF65-F5344CB8AC3E}">
        <p14:creationId xmlns:p14="http://schemas.microsoft.com/office/powerpoint/2010/main" val="12506379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Überblicksillustration">
    <p:spTree>
      <p:nvGrpSpPr>
        <p:cNvPr id="1" name=""/>
        <p:cNvGrpSpPr/>
        <p:nvPr/>
      </p:nvGrpSpPr>
      <p:grpSpPr>
        <a:xfrm>
          <a:off x="0" y="0"/>
          <a:ext cx="0" cy="0"/>
          <a:chOff x="0" y="0"/>
          <a:chExt cx="0" cy="0"/>
        </a:xfrm>
      </p:grpSpPr>
      <p:sp>
        <p:nvSpPr>
          <p:cNvPr id="11" name="Textplatzhalter 6"/>
          <p:cNvSpPr>
            <a:spLocks noGrp="1"/>
          </p:cNvSpPr>
          <p:nvPr>
            <p:ph type="body" sz="quarter" idx="14" hasCustomPrompt="1"/>
          </p:nvPr>
        </p:nvSpPr>
        <p:spPr>
          <a:xfrm>
            <a:off x="806468" y="549635"/>
            <a:ext cx="5287433" cy="314156"/>
          </a:xfrm>
          <a:prstGeom prst="rect">
            <a:avLst/>
          </a:prstGeom>
        </p:spPr>
        <p:txBody>
          <a:bodyPr vert="horz" lIns="0" tIns="0" rIns="0" bIns="0"/>
          <a:lstStyle>
            <a:lvl1pPr marL="0" indent="0">
              <a:buFontTx/>
              <a:buNone/>
              <a:defRPr sz="1100" b="1" u="none" baseline="0">
                <a:solidFill>
                  <a:srgbClr val="00377A"/>
                </a:solidFill>
                <a:latin typeface="Arial"/>
                <a:cs typeface="Arial"/>
              </a:defRPr>
            </a:lvl1pPr>
          </a:lstStyle>
          <a:p>
            <a:pPr lvl="0"/>
            <a:r>
              <a:rPr lang="de-DE" dirty="0" err="1"/>
              <a:t>aws</a:t>
            </a:r>
            <a:r>
              <a:rPr lang="de-DE" dirty="0"/>
              <a:t> Produkttitel</a:t>
            </a:r>
          </a:p>
        </p:txBody>
      </p:sp>
      <p:sp>
        <p:nvSpPr>
          <p:cNvPr id="14" name="Bildplatzhalter 8"/>
          <p:cNvSpPr>
            <a:spLocks noGrp="1"/>
          </p:cNvSpPr>
          <p:nvPr>
            <p:ph type="pic" sz="quarter" idx="10" hasCustomPrompt="1"/>
          </p:nvPr>
        </p:nvSpPr>
        <p:spPr>
          <a:xfrm>
            <a:off x="4485964" y="2983763"/>
            <a:ext cx="900000" cy="900000"/>
          </a:xfrm>
          <a:prstGeom prst="rect">
            <a:avLst/>
          </a:prstGeom>
          <a:solidFill>
            <a:schemeClr val="bg1"/>
          </a:solidFill>
        </p:spPr>
        <p:txBody>
          <a:bodyPr vert="horz"/>
          <a:lstStyle>
            <a:lvl1pPr marL="0" indent="0">
              <a:buFontTx/>
              <a:buNone/>
              <a:defRPr sz="1000">
                <a:latin typeface="Arial"/>
                <a:cs typeface="Arial"/>
              </a:defRPr>
            </a:lvl1pPr>
          </a:lstStyle>
          <a:p>
            <a:r>
              <a:rPr lang="de-DE" dirty="0"/>
              <a:t>Image</a:t>
            </a:r>
          </a:p>
        </p:txBody>
      </p:sp>
      <p:sp>
        <p:nvSpPr>
          <p:cNvPr id="15" name="Bildplatzhalter 8"/>
          <p:cNvSpPr>
            <a:spLocks noGrp="1"/>
          </p:cNvSpPr>
          <p:nvPr>
            <p:ph type="pic" sz="quarter" idx="11" hasCustomPrompt="1"/>
          </p:nvPr>
        </p:nvSpPr>
        <p:spPr>
          <a:xfrm>
            <a:off x="6809654" y="2991823"/>
            <a:ext cx="900000" cy="900000"/>
          </a:xfrm>
          <a:prstGeom prst="rect">
            <a:avLst/>
          </a:prstGeom>
          <a:solidFill>
            <a:schemeClr val="bg1"/>
          </a:solidFill>
        </p:spPr>
        <p:txBody>
          <a:bodyPr vert="horz"/>
          <a:lstStyle>
            <a:lvl1pPr marL="0" indent="0">
              <a:buFontTx/>
              <a:buNone/>
              <a:defRPr sz="1000">
                <a:latin typeface="Arial"/>
                <a:cs typeface="Arial"/>
              </a:defRPr>
            </a:lvl1pPr>
          </a:lstStyle>
          <a:p>
            <a:r>
              <a:rPr lang="de-DE" dirty="0"/>
              <a:t>Image</a:t>
            </a:r>
          </a:p>
        </p:txBody>
      </p:sp>
      <p:sp>
        <p:nvSpPr>
          <p:cNvPr id="16" name="Textplatzhalter 11"/>
          <p:cNvSpPr>
            <a:spLocks noGrp="1"/>
          </p:cNvSpPr>
          <p:nvPr>
            <p:ph type="body" sz="quarter" idx="12" hasCustomPrompt="1"/>
          </p:nvPr>
        </p:nvSpPr>
        <p:spPr>
          <a:xfrm>
            <a:off x="7831236" y="3318437"/>
            <a:ext cx="2176206" cy="238125"/>
          </a:xfrm>
          <a:prstGeom prst="rect">
            <a:avLst/>
          </a:prstGeom>
        </p:spPr>
        <p:txBody>
          <a:bodyPr vert="horz" lIns="0" tIns="0" rIns="0" bIns="0" anchor="ctr"/>
          <a:lstStyle>
            <a:lvl1pPr marL="0" indent="0">
              <a:buFontTx/>
              <a:buNone/>
              <a:defRPr sz="1400">
                <a:solidFill>
                  <a:srgbClr val="00377A"/>
                </a:solidFill>
                <a:latin typeface="Arial"/>
                <a:cs typeface="Arial"/>
              </a:defRPr>
            </a:lvl1pPr>
          </a:lstStyle>
          <a:p>
            <a:pPr lvl="0"/>
            <a:r>
              <a:rPr lang="de-AT" dirty="0"/>
              <a:t>Textfeld</a:t>
            </a:r>
          </a:p>
        </p:txBody>
      </p:sp>
      <p:sp>
        <p:nvSpPr>
          <p:cNvPr id="17" name="Textplatzhalter 11"/>
          <p:cNvSpPr>
            <a:spLocks noGrp="1"/>
          </p:cNvSpPr>
          <p:nvPr>
            <p:ph type="body" sz="quarter" idx="13" hasCustomPrompt="1"/>
          </p:nvPr>
        </p:nvSpPr>
        <p:spPr>
          <a:xfrm>
            <a:off x="2185597" y="3318437"/>
            <a:ext cx="2176206" cy="238125"/>
          </a:xfrm>
          <a:prstGeom prst="rect">
            <a:avLst/>
          </a:prstGeom>
        </p:spPr>
        <p:txBody>
          <a:bodyPr vert="horz" lIns="0" tIns="0" rIns="0" bIns="0" anchor="ctr"/>
          <a:lstStyle>
            <a:lvl1pPr marL="0" indent="0" algn="r">
              <a:buFontTx/>
              <a:buNone/>
              <a:defRPr sz="1400">
                <a:solidFill>
                  <a:srgbClr val="00377A"/>
                </a:solidFill>
                <a:latin typeface="Arial"/>
                <a:cs typeface="Arial"/>
              </a:defRPr>
            </a:lvl1pPr>
          </a:lstStyle>
          <a:p>
            <a:pPr lvl="0"/>
            <a:r>
              <a:rPr lang="de-AT" dirty="0"/>
              <a:t>Textfeld</a:t>
            </a:r>
          </a:p>
        </p:txBody>
      </p:sp>
      <p:pic>
        <p:nvPicPr>
          <p:cNvPr id="18" name="Bild 3" descr="kreis_doppelt.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46074" y="2188475"/>
            <a:ext cx="2520000" cy="2520000"/>
          </a:xfrm>
          <a:prstGeom prst="rect">
            <a:avLst/>
          </a:prstGeom>
        </p:spPr>
      </p:pic>
      <p:pic>
        <p:nvPicPr>
          <p:cNvPr id="19" name="Bild 2" descr="aws_gross.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57880" y="2901957"/>
            <a:ext cx="1080000" cy="1080000"/>
          </a:xfrm>
          <a:prstGeom prst="rect">
            <a:avLst/>
          </a:prstGeom>
        </p:spPr>
      </p:pic>
    </p:spTree>
    <p:extLst>
      <p:ext uri="{BB962C8B-B14F-4D97-AF65-F5344CB8AC3E}">
        <p14:creationId xmlns:p14="http://schemas.microsoft.com/office/powerpoint/2010/main" val="291664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childTnLst>
                                </p:cTn>
                              </p:par>
                              <p:par>
                                <p:cTn id="15" presetID="10" presetClass="entr" presetSubtype="0" fill="hold" grpId="0" nodeType="withEffect">
                                  <p:stCondLst>
                                    <p:cond delay="30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500"/>
                                        <p:tgtEl>
                                          <p:spTgt spid="16">
                                            <p:txEl>
                                              <p:pRg st="0" end="0"/>
                                            </p:txEl>
                                          </p:spTgt>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childTnLst>
                                </p:cTn>
                              </p:par>
                              <p:par>
                                <p:cTn id="21" presetID="10" presetClass="entr" presetSubtype="0" fill="hold" grpId="0" nodeType="withEffect">
                                  <p:stCondLst>
                                    <p:cond delay="1000"/>
                                  </p:stCondLst>
                                  <p:childTnLst>
                                    <p:set>
                                      <p:cBhvr>
                                        <p:cTn id="22" dur="1" fill="hold">
                                          <p:stCondLst>
                                            <p:cond delay="0"/>
                                          </p:stCondLst>
                                        </p:cTn>
                                        <p:tgtEl>
                                          <p:spTgt spid="17">
                                            <p:txEl>
                                              <p:pRg st="0" end="0"/>
                                            </p:txEl>
                                          </p:spTgt>
                                        </p:tgtEl>
                                        <p:attrNameLst>
                                          <p:attrName>style.visibility</p:attrName>
                                        </p:attrNameLst>
                                      </p:cBhvr>
                                      <p:to>
                                        <p:strVal val="visible"/>
                                      </p:to>
                                    </p:set>
                                    <p:animEffect transition="in" filter="fade">
                                      <p:cBhvr>
                                        <p:cTn id="23" dur="500"/>
                                        <p:tgtEl>
                                          <p:spTgt spid="1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1000"/>
                                        <p:tgtEl>
                                          <p:spTgt spid="16">
                                            <p:txEl>
                                              <p:pRg st="0" end="0"/>
                                            </p:txEl>
                                          </p:spTgt>
                                        </p:tgtEl>
                                      </p:cBhvr>
                                    </p:animEffect>
                                    <p:set>
                                      <p:cBhvr>
                                        <p:cTn id="28" dur="1" fill="hold">
                                          <p:stCondLst>
                                            <p:cond delay="999"/>
                                          </p:stCondLst>
                                        </p:cTn>
                                        <p:tgtEl>
                                          <p:spTgt spid="16">
                                            <p:txEl>
                                              <p:pRg st="0" end="0"/>
                                            </p:txEl>
                                          </p:spTgt>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1000"/>
                                        <p:tgtEl>
                                          <p:spTgt spid="17">
                                            <p:txEl>
                                              <p:pRg st="0" end="0"/>
                                            </p:txEl>
                                          </p:spTgt>
                                        </p:tgtEl>
                                      </p:cBhvr>
                                    </p:animEffect>
                                    <p:set>
                                      <p:cBhvr>
                                        <p:cTn id="31" dur="1" fill="hold">
                                          <p:stCondLst>
                                            <p:cond delay="999"/>
                                          </p:stCondLst>
                                        </p:cTn>
                                        <p:tgtEl>
                                          <p:spTgt spid="17">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build="p">
        <p:tmplLst>
          <p:tmpl lvl="1">
            <p:tnLst>
              <p:par>
                <p:cTn presetID="10" presetClass="entr" presetSubtype="0" fill="hold" nodeType="withEffect">
                  <p:stCondLst>
                    <p:cond delay="30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6" grpId="1" build="p">
        <p:tmplLst>
          <p:tmpl lvl="1">
            <p:tnLst>
              <p:par>
                <p:cTn presetID="10" presetClass="exit" presetSubtype="0" fill="hold" nodeType="clickEffect">
                  <p:stCondLst>
                    <p:cond delay="0"/>
                  </p:stCondLst>
                  <p:childTnLst>
                    <p:animEffect transition="out" filter="fade">
                      <p:cBhvr>
                        <p:cTn dur="1000"/>
                        <p:tgtEl>
                          <p:spTgt spid="16"/>
                        </p:tgtEl>
                      </p:cBhvr>
                    </p:animEffect>
                    <p:set>
                      <p:cBhvr>
                        <p:cTn dur="1" fill="hold">
                          <p:stCondLst>
                            <p:cond delay="999"/>
                          </p:stCondLst>
                        </p:cTn>
                        <p:tgtEl>
                          <p:spTgt spid="16"/>
                        </p:tgtEl>
                        <p:attrNameLst>
                          <p:attrName>style.visibility</p:attrName>
                        </p:attrNameLst>
                      </p:cBhvr>
                      <p:to>
                        <p:strVal val="hidden"/>
                      </p:to>
                    </p:set>
                  </p:childTnLst>
                </p:cTn>
              </p:par>
            </p:tnLst>
          </p:tmpl>
        </p:tmplLst>
      </p:bldP>
      <p:bldP spid="17" grpId="0" build="p">
        <p:tmplLst>
          <p:tmpl lvl="1">
            <p:tnLst>
              <p:par>
                <p:cTn presetID="10" presetClass="entr" presetSubtype="0" fill="hold" nodeType="withEffect">
                  <p:stCondLst>
                    <p:cond delay="10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0"/>
                  </p:stCondLst>
                  <p:childTnLst>
                    <p:animEffect transition="out" filter="fade">
                      <p:cBhvr>
                        <p:cTn dur="1000"/>
                        <p:tgtEl>
                          <p:spTgt spid="17"/>
                        </p:tgtEl>
                      </p:cBhvr>
                    </p:animEffect>
                    <p:set>
                      <p:cBhvr>
                        <p:cTn dur="1" fill="hold">
                          <p:stCondLst>
                            <p:cond delay="999"/>
                          </p:stCondLst>
                        </p:cTn>
                        <p:tgtEl>
                          <p:spTgt spid="17"/>
                        </p:tgtEl>
                        <p:attrNameLst>
                          <p:attrName>style.visibility</p:attrName>
                        </p:attrNameLst>
                      </p:cBhvr>
                      <p:to>
                        <p:strVal val="hidden"/>
                      </p:to>
                    </p:set>
                  </p:childTnLst>
                </p:cTn>
              </p:par>
            </p:tnLst>
          </p:tmpl>
        </p:tmplLst>
      </p:bldP>
    </p:bldLst>
  </p:timing>
  <p:extLst>
    <p:ext uri="{DCECCB84-F9BA-43D5-87BE-67443E8EF086}">
      <p15:sldGuideLst xmlns:p15="http://schemas.microsoft.com/office/powerpoint/2012/main">
        <p15:guide id="1" orient="horz" pos="436"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AD85A2-1438-4344-BEFA-61F147F5DED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A47AE64-DB9A-4690-A1C3-E7AAB1DA7B5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Tree>
    <p:extLst>
      <p:ext uri="{BB962C8B-B14F-4D97-AF65-F5344CB8AC3E}">
        <p14:creationId xmlns:p14="http://schemas.microsoft.com/office/powerpoint/2010/main" val="15018506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50A381-E24F-4BA8-BD96-71C8D110869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3A03693-CCAB-42B0-B691-10312ED7AE8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Tree>
    <p:extLst>
      <p:ext uri="{BB962C8B-B14F-4D97-AF65-F5344CB8AC3E}">
        <p14:creationId xmlns:p14="http://schemas.microsoft.com/office/powerpoint/2010/main" val="41456693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6.xml"/><Relationship Id="rId7" Type="http://schemas.openxmlformats.org/officeDocument/2006/relationships/theme" Target="../theme/theme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7.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image" Target="../media/image5.png"/><Relationship Id="rId5" Type="http://schemas.openxmlformats.org/officeDocument/2006/relationships/theme" Target="../theme/theme8.xml"/><Relationship Id="rId4" Type="http://schemas.openxmlformats.org/officeDocument/2006/relationships/slideLayout" Target="../slideLayouts/slideLayout3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9.xml"/><Relationship Id="rId1" Type="http://schemas.openxmlformats.org/officeDocument/2006/relationships/slideLayout" Target="../slideLayouts/slideLayout3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10.xml"/><Relationship Id="rId1" Type="http://schemas.openxmlformats.org/officeDocument/2006/relationships/slideLayout" Target="../slideLayouts/slideLayout4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11.xml"/><Relationship Id="rId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eck 3"/>
          <p:cNvSpPr/>
          <p:nvPr userDrawn="1"/>
        </p:nvSpPr>
        <p:spPr>
          <a:xfrm>
            <a:off x="0" y="1"/>
            <a:ext cx="12192000" cy="6858000"/>
          </a:xfrm>
          <a:prstGeom prst="rect">
            <a:avLst/>
          </a:prstGeom>
          <a:solidFill>
            <a:srgbClr val="022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dirty="0"/>
          </a:p>
        </p:txBody>
      </p:sp>
      <p:sp>
        <p:nvSpPr>
          <p:cNvPr id="6"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chemeClr val="bg1"/>
                </a:solidFill>
              </a:rPr>
              <a:t>Kommunikationslinie Kreativwirtschaft NEU | Seite </a:t>
            </a:r>
            <a:fld id="{58321080-53F8-5341-9F63-369F9D6D606E}" type="slidenum">
              <a:rPr lang="de-DE" sz="900" smtClean="0">
                <a:solidFill>
                  <a:schemeClr val="bg1"/>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chemeClr val="bg1"/>
              </a:solidFill>
            </a:endParaRPr>
          </a:p>
        </p:txBody>
      </p:sp>
      <p:pic>
        <p:nvPicPr>
          <p:cNvPr id="5" name="Bild 4" descr="Logo_weiss.png"/>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024359" y="367449"/>
            <a:ext cx="2344879" cy="539496"/>
          </a:xfrm>
          <a:prstGeom prst="rect">
            <a:avLst/>
          </a:prstGeom>
        </p:spPr>
      </p:pic>
    </p:spTree>
    <p:extLst>
      <p:ext uri="{BB962C8B-B14F-4D97-AF65-F5344CB8AC3E}">
        <p14:creationId xmlns:p14="http://schemas.microsoft.com/office/powerpoint/2010/main" val="193640045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708" r:id="rId3"/>
    <p:sldLayoutId id="2147483664" r:id="rId4"/>
  </p:sldLayoutIdLst>
  <p:hf hdr="0" ftr="0" dt="0"/>
  <p:txStyles>
    <p:titleStyle>
      <a:lvl1pPr algn="l" defTabSz="457154" rtl="0" eaLnBrk="1" latinLnBrk="0" hangingPunct="1">
        <a:spcBef>
          <a:spcPct val="0"/>
        </a:spcBef>
        <a:buNone/>
        <a:defRPr sz="1001" kern="1200">
          <a:solidFill>
            <a:schemeClr val="tx1"/>
          </a:solidFill>
          <a:latin typeface="Arial"/>
          <a:ea typeface="+mj-ea"/>
          <a:cs typeface="Arial"/>
        </a:defRPr>
      </a:lvl1pPr>
    </p:titleStyle>
    <p:bodyStyle>
      <a:lvl1pPr marL="0" indent="0" algn="l" defTabSz="457154" rtl="0" eaLnBrk="1" latinLnBrk="0" hangingPunct="1">
        <a:spcBef>
          <a:spcPct val="20000"/>
        </a:spcBef>
        <a:buFont typeface="Arial"/>
        <a:buNone/>
        <a:defRPr sz="1001" kern="1200" baseline="0">
          <a:solidFill>
            <a:srgbClr val="04174C"/>
          </a:solidFill>
          <a:latin typeface="Arial"/>
          <a:ea typeface="+mn-ea"/>
          <a:cs typeface="Arial"/>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userDrawn="1"/>
        </p:nvSpPr>
        <p:spPr>
          <a:xfrm>
            <a:off x="0" y="1"/>
            <a:ext cx="12192000" cy="6858000"/>
          </a:xfrm>
          <a:prstGeom prst="rect">
            <a:avLst/>
          </a:prstGeom>
          <a:solidFill>
            <a:srgbClr val="022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1" dirty="0">
              <a:solidFill>
                <a:srgbClr val="000090"/>
              </a:solidFill>
            </a:endParaRPr>
          </a:p>
        </p:txBody>
      </p:sp>
      <p:pic>
        <p:nvPicPr>
          <p:cNvPr id="5" name="Bild 4" descr="Logo_weiss.png"/>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9024359" y="367449"/>
            <a:ext cx="2344879" cy="539496"/>
          </a:xfrm>
          <a:prstGeom prst="rect">
            <a:avLst/>
          </a:prstGeom>
        </p:spPr>
      </p:pic>
    </p:spTree>
    <p:extLst>
      <p:ext uri="{BB962C8B-B14F-4D97-AF65-F5344CB8AC3E}">
        <p14:creationId xmlns:p14="http://schemas.microsoft.com/office/powerpoint/2010/main" val="956375514"/>
      </p:ext>
    </p:extLst>
  </p:cSld>
  <p:clrMap bg1="lt1" tx1="dk1" bg2="lt2" tx2="dk2" accent1="accent1" accent2="accent2" accent3="accent3" accent4="accent4" accent5="accent5" accent6="accent6" hlink="hlink" folHlink="folHlink"/>
  <p:sldLayoutIdLst>
    <p:sldLayoutId id="2147483666" r:id="rId1"/>
    <p:sldLayoutId id="2147483713" r:id="rId2"/>
    <p:sldLayoutId id="2147483667" r:id="rId3"/>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99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6757400"/>
      </p:ext>
    </p:extLst>
  </p:cSld>
  <p:clrMap bg1="lt1" tx1="dk1" bg2="lt2" tx2="dk2" accent1="accent1" accent2="accent2" accent3="accent3" accent4="accent4" accent5="accent5" accent6="accent6" hlink="hlink" folHlink="folHlink"/>
  <p:sldLayoutIdLst>
    <p:sldLayoutId id="2147483669" r:id="rId1"/>
    <p:sldLayoutId id="2147483670" r:id="rId2"/>
  </p:sldLayoutIdLst>
  <p:hf hdr="0" ftr="0" dt="0"/>
  <p:txStyles>
    <p:titleStyle>
      <a:lvl1pPr algn="l" defTabSz="91431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8" indent="-228578" algn="l" defTabSz="914310" rtl="0" eaLnBrk="1" latinLnBrk="0" hangingPunct="1">
        <a:lnSpc>
          <a:spcPct val="90000"/>
        </a:lnSpc>
        <a:spcBef>
          <a:spcPts val="1001"/>
        </a:spcBef>
        <a:buFont typeface="Arial"/>
        <a:buChar char="•"/>
        <a:defRPr sz="2800" kern="1200">
          <a:solidFill>
            <a:schemeClr val="tx1"/>
          </a:solidFill>
          <a:latin typeface="+mn-lt"/>
          <a:ea typeface="+mn-ea"/>
          <a:cs typeface="+mn-cs"/>
        </a:defRPr>
      </a:lvl1pPr>
      <a:lvl2pPr marL="685735" indent="-228578" algn="l" defTabSz="91431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887" indent="-228578" algn="l" defTabSz="91431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041"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4pPr>
      <a:lvl5pPr marL="2057195"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5pPr>
      <a:lvl6pPr marL="2514350"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6pPr>
      <a:lvl7pPr marL="2971503"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7pPr>
      <a:lvl8pPr marL="3428658"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8pPr>
      <a:lvl9pPr marL="3885815" indent="-228578" algn="l" defTabSz="914310" rtl="0" eaLnBrk="1" latinLnBrk="0" hangingPunct="1">
        <a:lnSpc>
          <a:spcPct val="90000"/>
        </a:lnSpc>
        <a:spcBef>
          <a:spcPts val="500"/>
        </a:spcBef>
        <a:buFont typeface="Arial"/>
        <a:buChar char="•"/>
        <a:defRPr sz="1801" kern="1200">
          <a:solidFill>
            <a:schemeClr val="tx1"/>
          </a:solidFill>
          <a:latin typeface="+mn-lt"/>
          <a:ea typeface="+mn-ea"/>
          <a:cs typeface="+mn-cs"/>
        </a:defRPr>
      </a:lvl9pPr>
    </p:bodyStyle>
    <p:otherStyle>
      <a:defPPr>
        <a:defRPr lang="de-DE"/>
      </a:defPPr>
      <a:lvl1pPr marL="0" algn="l" defTabSz="914310" rtl="0" eaLnBrk="1" latinLnBrk="0" hangingPunct="1">
        <a:defRPr sz="1801" kern="1200">
          <a:solidFill>
            <a:schemeClr val="tx1"/>
          </a:solidFill>
          <a:latin typeface="+mn-lt"/>
          <a:ea typeface="+mn-ea"/>
          <a:cs typeface="+mn-cs"/>
        </a:defRPr>
      </a:lvl1pPr>
      <a:lvl2pPr marL="457154" algn="l" defTabSz="914310" rtl="0" eaLnBrk="1" latinLnBrk="0" hangingPunct="1">
        <a:defRPr sz="1801" kern="1200">
          <a:solidFill>
            <a:schemeClr val="tx1"/>
          </a:solidFill>
          <a:latin typeface="+mn-lt"/>
          <a:ea typeface="+mn-ea"/>
          <a:cs typeface="+mn-cs"/>
        </a:defRPr>
      </a:lvl2pPr>
      <a:lvl3pPr marL="914310" algn="l" defTabSz="914310" rtl="0" eaLnBrk="1" latinLnBrk="0" hangingPunct="1">
        <a:defRPr sz="1801" kern="1200">
          <a:solidFill>
            <a:schemeClr val="tx1"/>
          </a:solidFill>
          <a:latin typeface="+mn-lt"/>
          <a:ea typeface="+mn-ea"/>
          <a:cs typeface="+mn-cs"/>
        </a:defRPr>
      </a:lvl3pPr>
      <a:lvl4pPr marL="1371464" algn="l" defTabSz="914310" rtl="0" eaLnBrk="1" latinLnBrk="0" hangingPunct="1">
        <a:defRPr sz="1801" kern="1200">
          <a:solidFill>
            <a:schemeClr val="tx1"/>
          </a:solidFill>
          <a:latin typeface="+mn-lt"/>
          <a:ea typeface="+mn-ea"/>
          <a:cs typeface="+mn-cs"/>
        </a:defRPr>
      </a:lvl4pPr>
      <a:lvl5pPr marL="1828618" algn="l" defTabSz="914310" rtl="0" eaLnBrk="1" latinLnBrk="0" hangingPunct="1">
        <a:defRPr sz="1801" kern="1200">
          <a:solidFill>
            <a:schemeClr val="tx1"/>
          </a:solidFill>
          <a:latin typeface="+mn-lt"/>
          <a:ea typeface="+mn-ea"/>
          <a:cs typeface="+mn-cs"/>
        </a:defRPr>
      </a:lvl5pPr>
      <a:lvl6pPr marL="2285772" algn="l" defTabSz="914310" rtl="0" eaLnBrk="1" latinLnBrk="0" hangingPunct="1">
        <a:defRPr sz="1801" kern="1200">
          <a:solidFill>
            <a:schemeClr val="tx1"/>
          </a:solidFill>
          <a:latin typeface="+mn-lt"/>
          <a:ea typeface="+mn-ea"/>
          <a:cs typeface="+mn-cs"/>
        </a:defRPr>
      </a:lvl6pPr>
      <a:lvl7pPr marL="2742927" algn="l" defTabSz="914310" rtl="0" eaLnBrk="1" latinLnBrk="0" hangingPunct="1">
        <a:defRPr sz="1801" kern="1200">
          <a:solidFill>
            <a:schemeClr val="tx1"/>
          </a:solidFill>
          <a:latin typeface="+mn-lt"/>
          <a:ea typeface="+mn-ea"/>
          <a:cs typeface="+mn-cs"/>
        </a:defRPr>
      </a:lvl7pPr>
      <a:lvl8pPr marL="3200080" algn="l" defTabSz="914310" rtl="0" eaLnBrk="1" latinLnBrk="0" hangingPunct="1">
        <a:defRPr sz="1801" kern="1200">
          <a:solidFill>
            <a:schemeClr val="tx1"/>
          </a:solidFill>
          <a:latin typeface="+mn-lt"/>
          <a:ea typeface="+mn-ea"/>
          <a:cs typeface="+mn-cs"/>
        </a:defRPr>
      </a:lvl8pPr>
      <a:lvl9pPr marL="3657234" algn="l" defTabSz="914310" rtl="0" eaLnBrk="1" latinLnBrk="0" hangingPunct="1">
        <a:defRPr sz="180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3" descr="Logo_blau.png"/>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2905333582"/>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9" r:id="rId3"/>
    <p:sldLayoutId id="2147483673" r:id="rId4"/>
    <p:sldLayoutId id="2147483701" r:id="rId5"/>
    <p:sldLayoutId id="2147483672" r:id="rId6"/>
    <p:sldLayoutId id="2147483717" r:id="rId7"/>
  </p:sldLayoutIdLst>
  <p:hf hdr="0" ftr="0" dt="0"/>
  <p:txStyles>
    <p:titleStyle>
      <a:lvl1pPr algn="l" defTabSz="91431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8" indent="-228578" algn="l" defTabSz="914310"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735" indent="-228578" algn="l" defTabSz="91431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7" indent="-228578" algn="l" defTabSz="91431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1"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195"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350"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503"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658"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5815" indent="-228578" algn="l" defTabSz="914310"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10" rtl="0" eaLnBrk="1" latinLnBrk="0" hangingPunct="1">
        <a:defRPr sz="1801" kern="1200">
          <a:solidFill>
            <a:schemeClr val="tx1"/>
          </a:solidFill>
          <a:latin typeface="+mn-lt"/>
          <a:ea typeface="+mn-ea"/>
          <a:cs typeface="+mn-cs"/>
        </a:defRPr>
      </a:lvl1pPr>
      <a:lvl2pPr marL="457154" algn="l" defTabSz="914310" rtl="0" eaLnBrk="1" latinLnBrk="0" hangingPunct="1">
        <a:defRPr sz="1801" kern="1200">
          <a:solidFill>
            <a:schemeClr val="tx1"/>
          </a:solidFill>
          <a:latin typeface="+mn-lt"/>
          <a:ea typeface="+mn-ea"/>
          <a:cs typeface="+mn-cs"/>
        </a:defRPr>
      </a:lvl2pPr>
      <a:lvl3pPr marL="914310" algn="l" defTabSz="914310" rtl="0" eaLnBrk="1" latinLnBrk="0" hangingPunct="1">
        <a:defRPr sz="1801" kern="1200">
          <a:solidFill>
            <a:schemeClr val="tx1"/>
          </a:solidFill>
          <a:latin typeface="+mn-lt"/>
          <a:ea typeface="+mn-ea"/>
          <a:cs typeface="+mn-cs"/>
        </a:defRPr>
      </a:lvl3pPr>
      <a:lvl4pPr marL="1371464" algn="l" defTabSz="914310" rtl="0" eaLnBrk="1" latinLnBrk="0" hangingPunct="1">
        <a:defRPr sz="1801" kern="1200">
          <a:solidFill>
            <a:schemeClr val="tx1"/>
          </a:solidFill>
          <a:latin typeface="+mn-lt"/>
          <a:ea typeface="+mn-ea"/>
          <a:cs typeface="+mn-cs"/>
        </a:defRPr>
      </a:lvl4pPr>
      <a:lvl5pPr marL="1828618" algn="l" defTabSz="914310" rtl="0" eaLnBrk="1" latinLnBrk="0" hangingPunct="1">
        <a:defRPr sz="1801" kern="1200">
          <a:solidFill>
            <a:schemeClr val="tx1"/>
          </a:solidFill>
          <a:latin typeface="+mn-lt"/>
          <a:ea typeface="+mn-ea"/>
          <a:cs typeface="+mn-cs"/>
        </a:defRPr>
      </a:lvl5pPr>
      <a:lvl6pPr marL="2285772" algn="l" defTabSz="914310" rtl="0" eaLnBrk="1" latinLnBrk="0" hangingPunct="1">
        <a:defRPr sz="1801" kern="1200">
          <a:solidFill>
            <a:schemeClr val="tx1"/>
          </a:solidFill>
          <a:latin typeface="+mn-lt"/>
          <a:ea typeface="+mn-ea"/>
          <a:cs typeface="+mn-cs"/>
        </a:defRPr>
      </a:lvl6pPr>
      <a:lvl7pPr marL="2742927" algn="l" defTabSz="914310" rtl="0" eaLnBrk="1" latinLnBrk="0" hangingPunct="1">
        <a:defRPr sz="1801" kern="1200">
          <a:solidFill>
            <a:schemeClr val="tx1"/>
          </a:solidFill>
          <a:latin typeface="+mn-lt"/>
          <a:ea typeface="+mn-ea"/>
          <a:cs typeface="+mn-cs"/>
        </a:defRPr>
      </a:lvl7pPr>
      <a:lvl8pPr marL="3200080" algn="l" defTabSz="914310" rtl="0" eaLnBrk="1" latinLnBrk="0" hangingPunct="1">
        <a:defRPr sz="1801" kern="1200">
          <a:solidFill>
            <a:schemeClr val="tx1"/>
          </a:solidFill>
          <a:latin typeface="+mn-lt"/>
          <a:ea typeface="+mn-ea"/>
          <a:cs typeface="+mn-cs"/>
        </a:defRPr>
      </a:lvl8pPr>
      <a:lvl9pPr marL="3657234" algn="l" defTabSz="914310"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5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Titel des Vortrags | Name des Vortragenden</a:t>
            </a:r>
            <a:r>
              <a:rPr lang="de-AT" sz="900" baseline="0" dirty="0">
                <a:solidFill>
                  <a:srgbClr val="00377A"/>
                </a:solidFill>
              </a:rPr>
              <a:t> </a:t>
            </a:r>
            <a:r>
              <a:rPr lang="de-AT" sz="900" dirty="0">
                <a:solidFill>
                  <a:srgbClr val="00377A"/>
                </a:solidFill>
              </a:rPr>
              <a:t>| Seite </a:t>
            </a:r>
            <a:fld id="{58321080-53F8-5341-9F63-369F9D6D606E}" type="slidenum">
              <a:rPr lang="de-DE" sz="900" smtClean="0">
                <a:solidFill>
                  <a:srgbClr val="00377A"/>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4" name="Bild 3" descr="Logo_blau.png"/>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240036800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715" r:id="rId7"/>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125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Kreativwirtschaft NEU | Seite </a:t>
            </a:r>
            <a:fld id="{58321080-53F8-5341-9F63-369F9D6D606E}" type="slidenum">
              <a:rPr lang="de-DE" sz="900" smtClean="0">
                <a:solidFill>
                  <a:srgbClr val="00377A"/>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4" name="Bild 3" descr="Logo_blau.png"/>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296834417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712" r:id="rId5"/>
    <p:sldLayoutId id="2147483697" r:id="rId6"/>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125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Titel des Vortrags | Name des Vortragenden</a:t>
            </a:r>
            <a:r>
              <a:rPr lang="de-AT" sz="900" baseline="0" dirty="0">
                <a:solidFill>
                  <a:srgbClr val="00377A"/>
                </a:solidFill>
              </a:rPr>
              <a:t> </a:t>
            </a:r>
            <a:r>
              <a:rPr lang="de-AT" sz="900" dirty="0">
                <a:solidFill>
                  <a:srgbClr val="00377A"/>
                </a:solidFill>
              </a:rPr>
              <a:t>| Seite </a:t>
            </a:r>
            <a:fld id="{58321080-53F8-5341-9F63-369F9D6D606E}" type="slidenum">
              <a:rPr lang="de-DE" sz="900" smtClean="0">
                <a:solidFill>
                  <a:srgbClr val="00377A"/>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4" name="Bild 3" descr="Logo_blau.png"/>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277705336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513" userDrawn="1">
          <p15:clr>
            <a:srgbClr val="F26B43"/>
          </p15:clr>
        </p15:guide>
        <p15:guide id="7" pos="1263"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Titel des Vortrags | Name des Vortragenden</a:t>
            </a:r>
            <a:r>
              <a:rPr lang="de-AT" sz="900" baseline="0" dirty="0">
                <a:solidFill>
                  <a:srgbClr val="00377A"/>
                </a:solidFill>
              </a:rPr>
              <a:t> </a:t>
            </a:r>
            <a:r>
              <a:rPr lang="de-AT" sz="900" dirty="0">
                <a:solidFill>
                  <a:srgbClr val="00377A"/>
                </a:solidFill>
              </a:rPr>
              <a:t>| Seite </a:t>
            </a:r>
            <a:fld id="{58321080-53F8-5341-9F63-369F9D6D606E}" type="slidenum">
              <a:rPr lang="de-DE" sz="900" smtClean="0">
                <a:solidFill>
                  <a:srgbClr val="00377A"/>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4" name="Bild 3" descr="Logo_blau.png"/>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161658696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513" userDrawn="1">
          <p15:clr>
            <a:srgbClr val="F26B43"/>
          </p15:clr>
        </p15:guide>
        <p15:guide id="7" pos="1263"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userDrawn="1"/>
        </p:nvSpPr>
        <p:spPr>
          <a:xfrm>
            <a:off x="817053" y="6491302"/>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154"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Titel des Vortrags | Name des Vortragenden</a:t>
            </a:r>
            <a:r>
              <a:rPr lang="de-AT" sz="900" baseline="0" dirty="0">
                <a:solidFill>
                  <a:srgbClr val="00377A"/>
                </a:solidFill>
              </a:rPr>
              <a:t> </a:t>
            </a:r>
            <a:r>
              <a:rPr lang="de-AT" sz="900" dirty="0">
                <a:solidFill>
                  <a:srgbClr val="00377A"/>
                </a:solidFill>
              </a:rPr>
              <a:t>| Seite </a:t>
            </a:r>
            <a:fld id="{58321080-53F8-5341-9F63-369F9D6D606E}" type="slidenum">
              <a:rPr lang="de-DE" sz="900" smtClean="0">
                <a:solidFill>
                  <a:srgbClr val="00377A"/>
                </a:solidFill>
              </a:rPr>
              <a:pPr marL="0" marR="0" indent="0" algn="l" defTabSz="457154"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4" name="Bild 3" descr="Logo_blau.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3451623761"/>
      </p:ext>
    </p:extLst>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513"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3" descr="Logo_blau.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024359" y="368300"/>
            <a:ext cx="2344880" cy="539496"/>
          </a:xfrm>
          <a:prstGeom prst="rect">
            <a:avLst/>
          </a:prstGeom>
        </p:spPr>
      </p:pic>
    </p:spTree>
    <p:extLst>
      <p:ext uri="{BB962C8B-B14F-4D97-AF65-F5344CB8AC3E}">
        <p14:creationId xmlns:p14="http://schemas.microsoft.com/office/powerpoint/2010/main" val="2024371546"/>
      </p:ext>
    </p:extLst>
  </p:cSld>
  <p:clrMap bg1="lt1" tx1="dk1" bg2="lt2" tx2="dk2" accent1="accent1" accent2="accent2" accent3="accent3" accent4="accent4" accent5="accent5" accent6="accent6" hlink="hlink" folHlink="folHlink"/>
  <p:sldLayoutIdLst>
    <p:sldLayoutId id="2147483718" r:id="rId1"/>
  </p:sldLayoutIdLst>
  <p:hf hdr="0" ftr="0" dt="0"/>
  <p:txStyles>
    <p:titleStyle>
      <a:lvl1pPr algn="ctr" defTabSz="457154" rtl="0" eaLnBrk="1" latinLnBrk="0" hangingPunct="1">
        <a:spcBef>
          <a:spcPct val="0"/>
        </a:spcBef>
        <a:buNone/>
        <a:defRPr sz="4400" kern="1200">
          <a:solidFill>
            <a:schemeClr val="tx1"/>
          </a:solidFill>
          <a:latin typeface="+mj-lt"/>
          <a:ea typeface="+mj-ea"/>
          <a:cs typeface="+mj-cs"/>
        </a:defRPr>
      </a:lvl1pPr>
    </p:titleStyle>
    <p:bodyStyle>
      <a:lvl1pPr marL="342866" indent="-342866" algn="l" defTabSz="457154" rtl="0" eaLnBrk="1" latinLnBrk="0" hangingPunct="1">
        <a:spcBef>
          <a:spcPct val="20000"/>
        </a:spcBef>
        <a:buFont typeface="Arial"/>
        <a:buChar char="•"/>
        <a:defRPr sz="3200" kern="1200">
          <a:solidFill>
            <a:schemeClr val="tx1"/>
          </a:solidFill>
          <a:latin typeface="+mn-lt"/>
          <a:ea typeface="+mn-ea"/>
          <a:cs typeface="+mn-cs"/>
        </a:defRPr>
      </a:lvl1pPr>
      <a:lvl2pPr marL="742876" indent="-285722" algn="l" defTabSz="457154" rtl="0" eaLnBrk="1" latinLnBrk="0" hangingPunct="1">
        <a:spcBef>
          <a:spcPct val="20000"/>
        </a:spcBef>
        <a:buFont typeface="Arial"/>
        <a:buChar char="–"/>
        <a:defRPr sz="2800" kern="1200">
          <a:solidFill>
            <a:schemeClr val="tx1"/>
          </a:solidFill>
          <a:latin typeface="+mn-lt"/>
          <a:ea typeface="+mn-ea"/>
          <a:cs typeface="+mn-cs"/>
        </a:defRPr>
      </a:lvl2pPr>
      <a:lvl3pPr marL="1142887" indent="-228578" algn="l" defTabSz="457154" rtl="0" eaLnBrk="1" latinLnBrk="0" hangingPunct="1">
        <a:spcBef>
          <a:spcPct val="20000"/>
        </a:spcBef>
        <a:buFont typeface="Arial"/>
        <a:buChar char="•"/>
        <a:defRPr sz="2400" kern="1200">
          <a:solidFill>
            <a:schemeClr val="tx1"/>
          </a:solidFill>
          <a:latin typeface="+mn-lt"/>
          <a:ea typeface="+mn-ea"/>
          <a:cs typeface="+mn-cs"/>
        </a:defRPr>
      </a:lvl3pPr>
      <a:lvl4pPr marL="1600041" indent="-228578" algn="l" defTabSz="457154" rtl="0" eaLnBrk="1" latinLnBrk="0" hangingPunct="1">
        <a:spcBef>
          <a:spcPct val="20000"/>
        </a:spcBef>
        <a:buFont typeface="Arial"/>
        <a:buChar char="–"/>
        <a:defRPr sz="2000" kern="1200">
          <a:solidFill>
            <a:schemeClr val="tx1"/>
          </a:solidFill>
          <a:latin typeface="+mn-lt"/>
          <a:ea typeface="+mn-ea"/>
          <a:cs typeface="+mn-cs"/>
        </a:defRPr>
      </a:lvl4pPr>
      <a:lvl5pPr marL="2057195" indent="-228578" algn="l" defTabSz="457154" rtl="0" eaLnBrk="1" latinLnBrk="0" hangingPunct="1">
        <a:spcBef>
          <a:spcPct val="20000"/>
        </a:spcBef>
        <a:buFont typeface="Arial"/>
        <a:buChar char="»"/>
        <a:defRPr sz="2000" kern="1200">
          <a:solidFill>
            <a:schemeClr val="tx1"/>
          </a:solidFill>
          <a:latin typeface="+mn-lt"/>
          <a:ea typeface="+mn-ea"/>
          <a:cs typeface="+mn-cs"/>
        </a:defRPr>
      </a:lvl5pPr>
      <a:lvl6pPr marL="2514350" indent="-228578" algn="l" defTabSz="457154" rtl="0" eaLnBrk="1" latinLnBrk="0" hangingPunct="1">
        <a:spcBef>
          <a:spcPct val="20000"/>
        </a:spcBef>
        <a:buFont typeface="Arial"/>
        <a:buChar char="•"/>
        <a:defRPr sz="2000" kern="1200">
          <a:solidFill>
            <a:schemeClr val="tx1"/>
          </a:solidFill>
          <a:latin typeface="+mn-lt"/>
          <a:ea typeface="+mn-ea"/>
          <a:cs typeface="+mn-cs"/>
        </a:defRPr>
      </a:lvl6pPr>
      <a:lvl7pPr marL="2971503" indent="-228578" algn="l" defTabSz="457154" rtl="0" eaLnBrk="1" latinLnBrk="0" hangingPunct="1">
        <a:spcBef>
          <a:spcPct val="20000"/>
        </a:spcBef>
        <a:buFont typeface="Arial"/>
        <a:buChar char="•"/>
        <a:defRPr sz="2000" kern="1200">
          <a:solidFill>
            <a:schemeClr val="tx1"/>
          </a:solidFill>
          <a:latin typeface="+mn-lt"/>
          <a:ea typeface="+mn-ea"/>
          <a:cs typeface="+mn-cs"/>
        </a:defRPr>
      </a:lvl7pPr>
      <a:lvl8pPr marL="3428658" indent="-228578" algn="l" defTabSz="457154" rtl="0" eaLnBrk="1" latinLnBrk="0" hangingPunct="1">
        <a:spcBef>
          <a:spcPct val="20000"/>
        </a:spcBef>
        <a:buFont typeface="Arial"/>
        <a:buChar char="•"/>
        <a:defRPr sz="2000" kern="1200">
          <a:solidFill>
            <a:schemeClr val="tx1"/>
          </a:solidFill>
          <a:latin typeface="+mn-lt"/>
          <a:ea typeface="+mn-ea"/>
          <a:cs typeface="+mn-cs"/>
        </a:defRPr>
      </a:lvl8pPr>
      <a:lvl9pPr marL="3885815" indent="-228578" algn="l" defTabSz="45715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54" rtl="0" eaLnBrk="1" latinLnBrk="0" hangingPunct="1">
        <a:defRPr sz="1801" kern="1200">
          <a:solidFill>
            <a:schemeClr val="tx1"/>
          </a:solidFill>
          <a:latin typeface="+mn-lt"/>
          <a:ea typeface="+mn-ea"/>
          <a:cs typeface="+mn-cs"/>
        </a:defRPr>
      </a:lvl1pPr>
      <a:lvl2pPr marL="457154" algn="l" defTabSz="457154" rtl="0" eaLnBrk="1" latinLnBrk="0" hangingPunct="1">
        <a:defRPr sz="1801" kern="1200">
          <a:solidFill>
            <a:schemeClr val="tx1"/>
          </a:solidFill>
          <a:latin typeface="+mn-lt"/>
          <a:ea typeface="+mn-ea"/>
          <a:cs typeface="+mn-cs"/>
        </a:defRPr>
      </a:lvl2pPr>
      <a:lvl3pPr marL="914310" algn="l" defTabSz="457154" rtl="0" eaLnBrk="1" latinLnBrk="0" hangingPunct="1">
        <a:defRPr sz="1801" kern="1200">
          <a:solidFill>
            <a:schemeClr val="tx1"/>
          </a:solidFill>
          <a:latin typeface="+mn-lt"/>
          <a:ea typeface="+mn-ea"/>
          <a:cs typeface="+mn-cs"/>
        </a:defRPr>
      </a:lvl3pPr>
      <a:lvl4pPr marL="1371464" algn="l" defTabSz="457154" rtl="0" eaLnBrk="1" latinLnBrk="0" hangingPunct="1">
        <a:defRPr sz="1801" kern="1200">
          <a:solidFill>
            <a:schemeClr val="tx1"/>
          </a:solidFill>
          <a:latin typeface="+mn-lt"/>
          <a:ea typeface="+mn-ea"/>
          <a:cs typeface="+mn-cs"/>
        </a:defRPr>
      </a:lvl4pPr>
      <a:lvl5pPr marL="1828618" algn="l" defTabSz="457154" rtl="0" eaLnBrk="1" latinLnBrk="0" hangingPunct="1">
        <a:defRPr sz="1801" kern="1200">
          <a:solidFill>
            <a:schemeClr val="tx1"/>
          </a:solidFill>
          <a:latin typeface="+mn-lt"/>
          <a:ea typeface="+mn-ea"/>
          <a:cs typeface="+mn-cs"/>
        </a:defRPr>
      </a:lvl5pPr>
      <a:lvl6pPr marL="2285772" algn="l" defTabSz="457154" rtl="0" eaLnBrk="1" latinLnBrk="0" hangingPunct="1">
        <a:defRPr sz="1801" kern="1200">
          <a:solidFill>
            <a:schemeClr val="tx1"/>
          </a:solidFill>
          <a:latin typeface="+mn-lt"/>
          <a:ea typeface="+mn-ea"/>
          <a:cs typeface="+mn-cs"/>
        </a:defRPr>
      </a:lvl6pPr>
      <a:lvl7pPr marL="2742927" algn="l" defTabSz="457154" rtl="0" eaLnBrk="1" latinLnBrk="0" hangingPunct="1">
        <a:defRPr sz="1801" kern="1200">
          <a:solidFill>
            <a:schemeClr val="tx1"/>
          </a:solidFill>
          <a:latin typeface="+mn-lt"/>
          <a:ea typeface="+mn-ea"/>
          <a:cs typeface="+mn-cs"/>
        </a:defRPr>
      </a:lvl7pPr>
      <a:lvl8pPr marL="3200080" algn="l" defTabSz="457154" rtl="0" eaLnBrk="1" latinLnBrk="0" hangingPunct="1">
        <a:defRPr sz="1801" kern="1200">
          <a:solidFill>
            <a:schemeClr val="tx1"/>
          </a:solidFill>
          <a:latin typeface="+mn-lt"/>
          <a:ea typeface="+mn-ea"/>
          <a:cs typeface="+mn-cs"/>
        </a:defRPr>
      </a:lvl8pPr>
      <a:lvl9pPr marL="3657234" algn="l" defTabSz="4571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913" userDrawn="1">
          <p15:clr>
            <a:srgbClr val="F26B43"/>
          </p15:clr>
        </p15:guide>
        <p15:guide id="4" orient="horz" pos="3589" userDrawn="1">
          <p15:clr>
            <a:srgbClr val="F26B43"/>
          </p15:clr>
        </p15:guide>
        <p15:guide id="5" pos="7167" userDrawn="1">
          <p15:clr>
            <a:srgbClr val="F26B43"/>
          </p15:clr>
        </p15:guide>
        <p15:guide id="6" pos="513"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platzhalter 35"/>
          <p:cNvSpPr txBox="1">
            <a:spLocks/>
          </p:cNvSpPr>
          <p:nvPr/>
        </p:nvSpPr>
        <p:spPr>
          <a:xfrm>
            <a:off x="817034" y="6491288"/>
            <a:ext cx="10562167" cy="224771"/>
          </a:xfrm>
          <a:prstGeom prst="rect">
            <a:avLst/>
          </a:prstGeom>
        </p:spPr>
        <p:txBody>
          <a:bodyPr vert="horz" lIns="0" tIns="0" rIns="0" bIns="0" anchor="t" anchorCtr="0"/>
          <a:lstStyle>
            <a:lvl1pPr marL="0" indent="0" algn="r" defTabSz="457200" rtl="0" eaLnBrk="1" latinLnBrk="0" hangingPunct="1">
              <a:spcBef>
                <a:spcPct val="20000"/>
              </a:spcBef>
              <a:buFont typeface="Arial"/>
              <a:buNone/>
              <a:defRPr sz="1000" kern="1200" baseline="0">
                <a:solidFill>
                  <a:srgbClr val="04174C"/>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indent="0" algn="l" defTabSz="457200" rtl="0" eaLnBrk="1" fontAlgn="auto" latinLnBrk="0" hangingPunct="1">
              <a:lnSpc>
                <a:spcPct val="100000"/>
              </a:lnSpc>
              <a:spcBef>
                <a:spcPct val="20000"/>
              </a:spcBef>
              <a:spcAft>
                <a:spcPts val="0"/>
              </a:spcAft>
              <a:buClrTx/>
              <a:buSzTx/>
              <a:buFont typeface="Arial"/>
              <a:buNone/>
              <a:tabLst/>
              <a:defRPr/>
            </a:pPr>
            <a:r>
              <a:rPr lang="de-AT" sz="900" dirty="0">
                <a:solidFill>
                  <a:srgbClr val="00377A"/>
                </a:solidFill>
              </a:rPr>
              <a:t>Titel des Vortrags | Name des Vortragenden</a:t>
            </a:r>
            <a:r>
              <a:rPr lang="de-AT" sz="900" baseline="0" dirty="0">
                <a:solidFill>
                  <a:srgbClr val="00377A"/>
                </a:solidFill>
              </a:rPr>
              <a:t> </a:t>
            </a:r>
            <a:r>
              <a:rPr lang="de-AT" sz="900" dirty="0">
                <a:solidFill>
                  <a:srgbClr val="00377A"/>
                </a:solidFill>
              </a:rPr>
              <a:t>| Seite </a:t>
            </a:r>
            <a:fld id="{58321080-53F8-5341-9F63-369F9D6D606E}" type="slidenum">
              <a:rPr lang="de-DE" sz="900" smtClean="0">
                <a:solidFill>
                  <a:srgbClr val="00377A"/>
                </a:solidFill>
              </a:rPr>
              <a:pPr marL="0" marR="0" indent="0" algn="l" defTabSz="457200" rtl="0" eaLnBrk="1" fontAlgn="auto" latinLnBrk="0" hangingPunct="1">
                <a:lnSpc>
                  <a:spcPct val="100000"/>
                </a:lnSpc>
                <a:spcBef>
                  <a:spcPct val="20000"/>
                </a:spcBef>
                <a:spcAft>
                  <a:spcPts val="0"/>
                </a:spcAft>
                <a:buClrTx/>
                <a:buSzTx/>
                <a:buFont typeface="Arial"/>
                <a:buNone/>
                <a:tabLst/>
                <a:defRPr/>
              </a:pPr>
              <a:t>‹Nr.›</a:t>
            </a:fld>
            <a:endParaRPr lang="de-DE" sz="900" dirty="0">
              <a:solidFill>
                <a:srgbClr val="00377A"/>
              </a:solidFill>
            </a:endParaRPr>
          </a:p>
        </p:txBody>
      </p:sp>
      <p:pic>
        <p:nvPicPr>
          <p:cNvPr id="5" name="Bild 4" descr="Logo_blau.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72471" y="368300"/>
            <a:ext cx="3096768" cy="539496"/>
          </a:xfrm>
          <a:prstGeom prst="rect">
            <a:avLst/>
          </a:prstGeom>
        </p:spPr>
      </p:pic>
    </p:spTree>
    <p:extLst>
      <p:ext uri="{BB962C8B-B14F-4D97-AF65-F5344CB8AC3E}">
        <p14:creationId xmlns:p14="http://schemas.microsoft.com/office/powerpoint/2010/main" val="2584464865"/>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C4E1144-8A2C-4ACB-B508-21E9152BE854}"/>
              </a:ext>
            </a:extLst>
          </p:cNvPr>
          <p:cNvSpPr>
            <a:spLocks noGrp="1"/>
          </p:cNvSpPr>
          <p:nvPr>
            <p:ph type="body" sz="quarter" idx="10"/>
          </p:nvPr>
        </p:nvSpPr>
        <p:spPr>
          <a:xfrm>
            <a:off x="825499" y="4464414"/>
            <a:ext cx="10541001" cy="2009775"/>
          </a:xfrm>
        </p:spPr>
        <p:txBody>
          <a:bodyPr/>
          <a:lstStyle/>
          <a:p>
            <a:r>
              <a:rPr lang="en-US" sz="3200" b="1" dirty="0">
                <a:latin typeface="+mj-lt"/>
              </a:rPr>
              <a:t>aws </a:t>
            </a:r>
            <a:r>
              <a:rPr lang="en-US" sz="3200" b="1" dirty="0" err="1">
                <a:latin typeface="+mj-lt"/>
              </a:rPr>
              <a:t>Preseed</a:t>
            </a:r>
            <a:r>
              <a:rPr lang="en-US" sz="3200" b="1" dirty="0">
                <a:latin typeface="+mj-lt"/>
              </a:rPr>
              <a:t> | </a:t>
            </a:r>
            <a:r>
              <a:rPr lang="en-US" sz="3200" b="1" dirty="0" err="1">
                <a:latin typeface="+mj-lt"/>
              </a:rPr>
              <a:t>Seedfinancing</a:t>
            </a:r>
            <a:r>
              <a:rPr lang="en-US" sz="3200" b="1" dirty="0">
                <a:latin typeface="+mj-lt"/>
              </a:rPr>
              <a:t> - Innovative Solutions</a:t>
            </a:r>
          </a:p>
          <a:p>
            <a:r>
              <a:rPr lang="en-US" sz="5400" dirty="0"/>
              <a:t>Pitch Deck – Vorlage</a:t>
            </a:r>
          </a:p>
          <a:p>
            <a:endParaRPr lang="en-US" sz="2800" dirty="0"/>
          </a:p>
          <a:p>
            <a:r>
              <a:rPr lang="en-US" sz="1800" b="0" dirty="0"/>
              <a:t>Stand</a:t>
            </a:r>
            <a:r>
              <a:rPr lang="en-US" sz="1800" b="0"/>
              <a:t>: 21.07.2025</a:t>
            </a:r>
            <a:endParaRPr lang="en-US" sz="1800" b="0" dirty="0"/>
          </a:p>
        </p:txBody>
      </p:sp>
    </p:spTree>
    <p:extLst>
      <p:ext uri="{BB962C8B-B14F-4D97-AF65-F5344CB8AC3E}">
        <p14:creationId xmlns:p14="http://schemas.microsoft.com/office/powerpoint/2010/main" val="387219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Pitch Deck - Vorlage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000"/>
            <a:ext cx="10562168" cy="3420000"/>
          </a:xfrm>
        </p:spPr>
        <p:txBody>
          <a:bodyPr/>
          <a:lstStyle/>
          <a:p>
            <a:pPr marL="0" indent="0" eaLnBrk="1" fontAlgn="auto" hangingPunct="1">
              <a:lnSpc>
                <a:spcPct val="150000"/>
              </a:lnSpc>
              <a:spcAft>
                <a:spcPts val="0"/>
              </a:spcAft>
              <a:buFont typeface="Arial" panose="020B0604020202020204" pitchFamily="34" charset="0"/>
              <a:buNone/>
              <a:defRPr/>
            </a:pPr>
            <a:r>
              <a:rPr lang="de-DE" altLang="de-DE" sz="2000" dirty="0"/>
              <a:t>Hinweise</a:t>
            </a:r>
            <a:r>
              <a:rPr lang="de-DE" altLang="de-DE" sz="1600" dirty="0"/>
              <a:t>: </a:t>
            </a:r>
          </a:p>
          <a:p>
            <a:pPr marL="457228" lvl="2" indent="-285750" defTabSz="457200">
              <a:lnSpc>
                <a:spcPct val="150000"/>
              </a:lnSpc>
              <a:buFont typeface="Wingdings" panose="05000000000000000000" pitchFamily="2" charset="2"/>
              <a:buChar char="§"/>
              <a:defRPr/>
            </a:pPr>
            <a:r>
              <a:rPr lang="de-DE" sz="2000" dirty="0">
                <a:solidFill>
                  <a:schemeClr val="tx1"/>
                </a:solidFill>
                <a:latin typeface="Arial" panose="020B0604020202020204" pitchFamily="34" charset="0"/>
                <a:cs typeface="Arial" panose="020B0604020202020204" pitchFamily="34" charset="0"/>
              </a:rPr>
              <a:t>Ziel des Pitch Decks ist eine </a:t>
            </a:r>
            <a:r>
              <a:rPr lang="de-DE" sz="2000" b="1" dirty="0">
                <a:solidFill>
                  <a:schemeClr val="tx1"/>
                </a:solidFill>
                <a:latin typeface="Arial" panose="020B0604020202020204" pitchFamily="34" charset="0"/>
                <a:cs typeface="Arial" panose="020B0604020202020204" pitchFamily="34" charset="0"/>
              </a:rPr>
              <a:t>klare und prägnante Zusammenfassung </a:t>
            </a:r>
            <a:r>
              <a:rPr lang="de-DE" sz="2000" dirty="0">
                <a:solidFill>
                  <a:schemeClr val="tx1"/>
                </a:solidFill>
                <a:latin typeface="Arial" panose="020B0604020202020204" pitchFamily="34" charset="0"/>
                <a:cs typeface="Arial" panose="020B0604020202020204" pitchFamily="34" charset="0"/>
              </a:rPr>
              <a:t>Ihres Vorhabens.</a:t>
            </a:r>
          </a:p>
          <a:p>
            <a:pPr marL="457228" lvl="2" indent="-285750" defTabSz="457200" fontAlgn="auto">
              <a:lnSpc>
                <a:spcPct val="150000"/>
              </a:lnSpc>
              <a:spcAft>
                <a:spcPts val="0"/>
              </a:spcAft>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Formatierung und Design des Pitch Decks sind </a:t>
            </a:r>
            <a:r>
              <a:rPr lang="de-DE" altLang="de-DE" sz="2000" b="1" dirty="0">
                <a:solidFill>
                  <a:schemeClr val="tx1"/>
                </a:solidFill>
                <a:latin typeface="Arial" panose="020B0604020202020204" pitchFamily="34" charset="0"/>
                <a:cs typeface="Arial" panose="020B0604020202020204" pitchFamily="34" charset="0"/>
              </a:rPr>
              <a:t>frei gestaltbar</a:t>
            </a:r>
            <a:r>
              <a:rPr lang="de-DE" altLang="de-DE" sz="2000" dirty="0">
                <a:solidFill>
                  <a:schemeClr val="tx1"/>
                </a:solidFill>
                <a:latin typeface="Arial" panose="020B0604020202020204" pitchFamily="34" charset="0"/>
                <a:cs typeface="Arial" panose="020B0604020202020204" pitchFamily="34" charset="0"/>
              </a:rPr>
              <a:t>.</a:t>
            </a:r>
          </a:p>
          <a:p>
            <a:pPr marL="457228" lvl="2" indent="-285750" defTabSz="457200" fontAlgn="auto">
              <a:lnSpc>
                <a:spcPct val="150000"/>
              </a:lnSpc>
              <a:spcAft>
                <a:spcPts val="0"/>
              </a:spcAft>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Inhalt und Reihenfolge der Punkte sind </a:t>
            </a:r>
            <a:r>
              <a:rPr lang="de-DE" altLang="de-DE" sz="2000" b="1" dirty="0">
                <a:solidFill>
                  <a:schemeClr val="tx1"/>
                </a:solidFill>
                <a:latin typeface="Arial" panose="020B0604020202020204" pitchFamily="34" charset="0"/>
                <a:cs typeface="Arial" panose="020B0604020202020204" pitchFamily="34" charset="0"/>
              </a:rPr>
              <a:t>beizubehalten</a:t>
            </a:r>
            <a:r>
              <a:rPr lang="de-DE" altLang="de-DE" sz="2000" dirty="0">
                <a:solidFill>
                  <a:schemeClr val="tx1"/>
                </a:solidFill>
                <a:latin typeface="Arial" panose="020B0604020202020204" pitchFamily="34" charset="0"/>
                <a:cs typeface="Arial" panose="020B0604020202020204" pitchFamily="34" charset="0"/>
              </a:rPr>
              <a:t>.</a:t>
            </a:r>
          </a:p>
          <a:p>
            <a:pPr marL="457228" lvl="2" indent="-285750" defTabSz="457200" fontAlgn="auto">
              <a:lnSpc>
                <a:spcPct val="150000"/>
              </a:lnSpc>
              <a:spcAft>
                <a:spcPts val="0"/>
              </a:spcAft>
              <a:buFont typeface="Wingdings" panose="05000000000000000000" pitchFamily="2" charset="2"/>
              <a:buChar char="§"/>
              <a:defRPr/>
            </a:pPr>
            <a:r>
              <a:rPr lang="de-DE" sz="2000" dirty="0">
                <a:solidFill>
                  <a:schemeClr val="tx1"/>
                </a:solidFill>
                <a:latin typeface="Arial" panose="020B0604020202020204" pitchFamily="34" charset="0"/>
                <a:cs typeface="Arial" panose="020B0604020202020204" pitchFamily="34" charset="0"/>
              </a:rPr>
              <a:t>Die Hinweise und Leitfragen dienen als </a:t>
            </a:r>
            <a:r>
              <a:rPr lang="de-DE" sz="2000" b="1" dirty="0">
                <a:solidFill>
                  <a:schemeClr val="tx1"/>
                </a:solidFill>
                <a:latin typeface="Arial" panose="020B0604020202020204" pitchFamily="34" charset="0"/>
                <a:cs typeface="Arial" panose="020B0604020202020204" pitchFamily="34" charset="0"/>
              </a:rPr>
              <a:t>Orientierungshilfe</a:t>
            </a:r>
            <a:r>
              <a:rPr lang="de-DE" sz="2000" dirty="0">
                <a:solidFill>
                  <a:schemeClr val="tx1"/>
                </a:solidFill>
                <a:latin typeface="Arial" panose="020B0604020202020204" pitchFamily="34" charset="0"/>
                <a:cs typeface="Arial" panose="020B0604020202020204" pitchFamily="34" charset="0"/>
              </a:rPr>
              <a:t> und können sinnvoll ergänzt werden.</a:t>
            </a:r>
          </a:p>
          <a:p>
            <a:pPr eaLnBrk="1" fontAlgn="auto" hangingPunct="1">
              <a:lnSpc>
                <a:spcPct val="150000"/>
              </a:lnSpc>
              <a:spcAft>
                <a:spcPts val="0"/>
              </a:spcAft>
              <a:buFont typeface="Arial" panose="020B0604020202020204" pitchFamily="34" charset="0"/>
              <a:buChar char="‒"/>
              <a:defRPr/>
            </a:pPr>
            <a:endParaRPr lang="de-DE" sz="1600" b="0" dirty="0"/>
          </a:p>
          <a:p>
            <a:pPr marL="342900" indent="-342900">
              <a:buSzPct val="100000"/>
              <a:buFont typeface="+mj-lt"/>
              <a:buAutoNum type="arabicPeriod"/>
            </a:pPr>
            <a:endParaRPr lang="en-US" sz="1600" b="0" dirty="0"/>
          </a:p>
        </p:txBody>
      </p:sp>
      <p:sp>
        <p:nvSpPr>
          <p:cNvPr id="5" name="Textfeld 4">
            <a:extLst>
              <a:ext uri="{FF2B5EF4-FFF2-40B4-BE49-F238E27FC236}">
                <a16:creationId xmlns:a16="http://schemas.microsoft.com/office/drawing/2014/main" id="{E50BFCE5-6A9B-45C2-ACD3-8A1B3BEC1C47}"/>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2</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ECB6B7F4-A235-844C-2CC7-6D7BB59D844F}"/>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82752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Pitch Deck - Aufbau</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187040"/>
            <a:ext cx="10562168" cy="3420000"/>
          </a:xfrm>
        </p:spPr>
        <p:txBody>
          <a:bodyPr numCol="2"/>
          <a:lstStyle/>
          <a:p>
            <a:pPr marL="342900" indent="-342900">
              <a:buSzPct val="100000"/>
              <a:buFont typeface="+mj-lt"/>
              <a:buAutoNum type="arabicPeriod"/>
              <a:defRPr/>
            </a:pPr>
            <a:r>
              <a:rPr lang="de-DE" altLang="de-DE" sz="1600" b="0" dirty="0"/>
              <a:t>Titelseite / </a:t>
            </a:r>
            <a:r>
              <a:rPr lang="de-DE" altLang="de-DE" sz="1600" b="0" dirty="0" err="1"/>
              <a:t>Vorhabenstitel</a:t>
            </a:r>
            <a:r>
              <a:rPr lang="de-DE" altLang="de-DE" sz="1600" b="0" dirty="0"/>
              <a:t> (1 Folie)</a:t>
            </a:r>
          </a:p>
          <a:p>
            <a:pPr marL="342900" indent="-342900">
              <a:buSzPct val="100000"/>
              <a:buFont typeface="+mj-lt"/>
              <a:buAutoNum type="arabicPeriod"/>
              <a:defRPr/>
            </a:pPr>
            <a:r>
              <a:rPr lang="de-DE" altLang="de-DE" sz="1600" b="0" dirty="0"/>
              <a:t>Problemstellung (1 Folie)</a:t>
            </a:r>
            <a:endParaRPr lang="de-DE" sz="1600" b="0" dirty="0"/>
          </a:p>
          <a:p>
            <a:pPr marL="342900" indent="-342900">
              <a:buSzPct val="100000"/>
              <a:buFont typeface="+mj-lt"/>
              <a:buAutoNum type="arabicPeriod"/>
              <a:defRPr/>
            </a:pPr>
            <a:r>
              <a:rPr lang="de-DE" altLang="de-DE" sz="1600" b="0" dirty="0"/>
              <a:t>Lösung / impactspezifische Innovation (1-2 Folien)</a:t>
            </a:r>
          </a:p>
          <a:p>
            <a:pPr marL="342900" indent="-342900">
              <a:buSzPct val="100000"/>
              <a:buFont typeface="+mj-lt"/>
              <a:buAutoNum type="arabicPeriod"/>
              <a:defRPr/>
            </a:pPr>
            <a:r>
              <a:rPr lang="de-DE" altLang="de-DE" sz="1600" b="0" dirty="0"/>
              <a:t>Use Case (1-2 Folien)</a:t>
            </a:r>
          </a:p>
          <a:p>
            <a:pPr marL="342900" indent="-342900">
              <a:buSzPct val="100000"/>
              <a:buFont typeface="+mj-lt"/>
              <a:buAutoNum type="arabicPeriod"/>
              <a:defRPr/>
            </a:pPr>
            <a:r>
              <a:rPr lang="de-DE" altLang="de-DE" sz="1600" b="0" dirty="0"/>
              <a:t>USP / Alleinstellungsmerkmal  </a:t>
            </a:r>
            <a:br>
              <a:rPr lang="de-DE" altLang="de-DE" sz="1600" b="0" dirty="0"/>
            </a:br>
            <a:r>
              <a:rPr lang="de-DE" altLang="de-DE" sz="1600" b="0" dirty="0"/>
              <a:t>(1-2 Folien)</a:t>
            </a:r>
          </a:p>
          <a:p>
            <a:pPr marL="342900" indent="-342900">
              <a:buSzPct val="100000"/>
              <a:buFont typeface="+mj-lt"/>
              <a:buAutoNum type="arabicPeriod"/>
              <a:defRPr/>
            </a:pPr>
            <a:r>
              <a:rPr lang="de-DE" altLang="de-DE" sz="1600" b="0" dirty="0"/>
              <a:t>Impact / gesellschaftlicher Mehrwert (2 Folien)</a:t>
            </a:r>
          </a:p>
          <a:p>
            <a:pPr marL="342900" indent="-342900">
              <a:buSzPct val="100000"/>
              <a:buFont typeface="+mj-lt"/>
              <a:buAutoNum type="arabicPeriod"/>
              <a:defRPr/>
            </a:pPr>
            <a:r>
              <a:rPr lang="de-DE" altLang="de-DE" sz="1600" b="0" dirty="0"/>
              <a:t>Wirkungstreppe (1 Folie)</a:t>
            </a:r>
          </a:p>
          <a:p>
            <a:pPr marL="342900" indent="-342900">
              <a:buSzPct val="100000"/>
              <a:buFont typeface="+mj-lt"/>
              <a:buAutoNum type="arabicPeriod"/>
              <a:defRPr/>
            </a:pPr>
            <a:r>
              <a:rPr lang="de-DE" altLang="de-DE" sz="1600" b="0" dirty="0"/>
              <a:t>Geschäftsmodell (1 Folie)</a:t>
            </a:r>
          </a:p>
          <a:p>
            <a:pPr marL="342900" indent="-342900">
              <a:buSzPct val="100000"/>
              <a:buFont typeface="+mj-lt"/>
              <a:buAutoNum type="arabicPeriod"/>
              <a:defRPr/>
            </a:pPr>
            <a:r>
              <a:rPr lang="de-DE" altLang="de-DE" sz="1600" b="0" dirty="0"/>
              <a:t>Markt (1 Folie)</a:t>
            </a:r>
          </a:p>
          <a:p>
            <a:pPr marL="342900" indent="-342900">
              <a:buSzPct val="100000"/>
              <a:buFont typeface="+mj-lt"/>
              <a:buAutoNum type="arabicPeriod"/>
              <a:defRPr/>
            </a:pPr>
            <a:r>
              <a:rPr lang="de-DE" altLang="de-DE" sz="1600" b="0" dirty="0" err="1"/>
              <a:t>Mitbewerb</a:t>
            </a:r>
            <a:r>
              <a:rPr lang="de-DE" altLang="de-DE" sz="1600" b="0" dirty="0"/>
              <a:t> &amp; Umfeld (1 Folie)</a:t>
            </a:r>
          </a:p>
          <a:p>
            <a:pPr marL="342900" indent="-342900">
              <a:buSzPct val="100000"/>
              <a:buFont typeface="+mj-lt"/>
              <a:buAutoNum type="arabicPeriod"/>
              <a:defRPr/>
            </a:pPr>
            <a:r>
              <a:rPr lang="de-DE" altLang="de-DE" sz="1600" b="0" dirty="0"/>
              <a:t>Team (1 Folie) </a:t>
            </a:r>
            <a:endParaRPr lang="de-DE" altLang="de-DE" sz="1600" b="0" dirty="0">
              <a:highlight>
                <a:srgbClr val="FFFF00"/>
              </a:highlight>
            </a:endParaRPr>
          </a:p>
          <a:p>
            <a:pPr marL="342900" indent="-342900">
              <a:buSzPct val="100000"/>
              <a:buFont typeface="+mj-lt"/>
              <a:buAutoNum type="arabicPeriod"/>
              <a:defRPr/>
            </a:pPr>
            <a:r>
              <a:rPr lang="de-DE" altLang="de-DE" sz="1600" b="0" dirty="0"/>
              <a:t>Kooperationen (1 Folie) </a:t>
            </a:r>
          </a:p>
          <a:p>
            <a:pPr marL="342900" indent="-342900">
              <a:buSzPct val="100000"/>
              <a:buFont typeface="+mj-lt"/>
              <a:buAutoNum type="arabicPeriod"/>
              <a:defRPr/>
            </a:pPr>
            <a:r>
              <a:rPr lang="de-DE" altLang="de-DE" sz="1600" b="0" dirty="0"/>
              <a:t>Status Quo &amp; Next </a:t>
            </a:r>
            <a:r>
              <a:rPr lang="de-DE" altLang="de-DE" sz="1600" b="0" dirty="0" err="1"/>
              <a:t>Steps</a:t>
            </a:r>
            <a:r>
              <a:rPr lang="de-DE" altLang="de-DE" sz="1600" b="0" dirty="0"/>
              <a:t> (1 Folie)</a:t>
            </a:r>
          </a:p>
          <a:p>
            <a:pPr marL="342900" indent="-342900">
              <a:buSzPct val="100000"/>
              <a:buFont typeface="+mj-lt"/>
              <a:buAutoNum type="arabicPeriod"/>
              <a:defRPr/>
            </a:pPr>
            <a:r>
              <a:rPr lang="de-DE" altLang="de-DE" sz="1600" b="0" dirty="0"/>
              <a:t>Herausforderungen &amp; Risiken (1 Folie)</a:t>
            </a:r>
          </a:p>
          <a:p>
            <a:pPr marL="342900" indent="-342900">
              <a:buSzPct val="100000"/>
              <a:buFont typeface="+mj-lt"/>
              <a:buAutoNum type="arabicPeriod"/>
              <a:defRPr/>
            </a:pPr>
            <a:r>
              <a:rPr lang="de-DE" altLang="de-DE" sz="1600" b="0" dirty="0"/>
              <a:t>Vision &amp; Wachstum (1 Folie)</a:t>
            </a:r>
          </a:p>
          <a:p>
            <a:pPr marL="0" indent="0">
              <a:buSzPct val="100000"/>
              <a:buNone/>
            </a:pPr>
            <a:endParaRPr lang="en-US" sz="1600" b="0" dirty="0"/>
          </a:p>
        </p:txBody>
      </p:sp>
      <p:sp>
        <p:nvSpPr>
          <p:cNvPr id="5" name="Textfeld 4">
            <a:extLst>
              <a:ext uri="{FF2B5EF4-FFF2-40B4-BE49-F238E27FC236}">
                <a16:creationId xmlns:a16="http://schemas.microsoft.com/office/drawing/2014/main" id="{3B1B5388-4B7E-451E-B17F-4023A52339C8}"/>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3</a:t>
            </a:fld>
            <a:endParaRPr lang="de-AT" sz="1200" dirty="0">
              <a:latin typeface="Arial" panose="020B0604020202020204" pitchFamily="34" charset="0"/>
              <a:cs typeface="Arial" panose="020B0604020202020204" pitchFamily="34" charset="0"/>
            </a:endParaRPr>
          </a:p>
        </p:txBody>
      </p:sp>
      <p:sp>
        <p:nvSpPr>
          <p:cNvPr id="11" name="Textplatzhalter 6">
            <a:extLst>
              <a:ext uri="{FF2B5EF4-FFF2-40B4-BE49-F238E27FC236}">
                <a16:creationId xmlns:a16="http://schemas.microsoft.com/office/drawing/2014/main" id="{B2256A0E-DDA0-19AC-688B-DC13C41F09EF}"/>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
        <p:nvSpPr>
          <p:cNvPr id="3" name="Textfeld 2">
            <a:extLst>
              <a:ext uri="{FF2B5EF4-FFF2-40B4-BE49-F238E27FC236}">
                <a16:creationId xmlns:a16="http://schemas.microsoft.com/office/drawing/2014/main" id="{BD47EE40-EB2E-CBEB-F002-82900E85FA92}"/>
              </a:ext>
            </a:extLst>
          </p:cNvPr>
          <p:cNvSpPr txBox="1"/>
          <p:nvPr/>
        </p:nvSpPr>
        <p:spPr>
          <a:xfrm>
            <a:off x="6317557" y="4191205"/>
            <a:ext cx="3007511" cy="307777"/>
          </a:xfrm>
          <a:prstGeom prst="rect">
            <a:avLst/>
          </a:prstGeom>
          <a:noFill/>
          <a:ln w="38100">
            <a:solidFill>
              <a:srgbClr val="00A5EF"/>
            </a:solidFill>
          </a:ln>
        </p:spPr>
        <p:txBody>
          <a:bodyPr wrap="square" rtlCol="0">
            <a:spAutoFit/>
          </a:bodyPr>
          <a:lstStyle/>
          <a:p>
            <a:pPr algn="ctr"/>
            <a:r>
              <a:rPr lang="de-DE" sz="1400" b="1" dirty="0">
                <a:solidFill>
                  <a:srgbClr val="022666"/>
                </a:solidFill>
                <a:latin typeface="Arial" panose="020B0604020202020204" pitchFamily="34" charset="0"/>
                <a:cs typeface="Arial" panose="020B0604020202020204" pitchFamily="34" charset="0"/>
              </a:rPr>
              <a:t>Max. 16 - 19 Folien insgesamt</a:t>
            </a:r>
            <a:endParaRPr lang="de-AT" sz="1400" dirty="0">
              <a:solidFill>
                <a:schemeClr val="bg1"/>
              </a:solidFill>
            </a:endParaRPr>
          </a:p>
        </p:txBody>
      </p:sp>
    </p:spTree>
    <p:extLst>
      <p:ext uri="{BB962C8B-B14F-4D97-AF65-F5344CB8AC3E}">
        <p14:creationId xmlns:p14="http://schemas.microsoft.com/office/powerpoint/2010/main" val="826023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Titelseite</a:t>
            </a:r>
            <a:r>
              <a:rPr lang="en-US" sz="3600" dirty="0"/>
              <a:t> / </a:t>
            </a:r>
            <a:r>
              <a:rPr lang="en-US" sz="3600" dirty="0" err="1"/>
              <a:t>Vorhabenstitel</a:t>
            </a:r>
            <a:r>
              <a:rPr lang="en-US" sz="3600" dirty="0"/>
              <a:t> </a:t>
            </a:r>
            <a:r>
              <a:rPr lang="en-US" sz="2000" b="0" dirty="0"/>
              <a:t>(1 Folie)</a:t>
            </a:r>
            <a:endParaRPr lang="en-US" sz="3600" b="0" dirty="0"/>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a:lnSpc>
                <a:spcPct val="150000"/>
              </a:lnSpc>
              <a:buNone/>
              <a:defRPr/>
            </a:pPr>
            <a:r>
              <a:rPr lang="de-DE" altLang="de-DE" sz="2000" dirty="0"/>
              <a:t>Bitte gehen Sie auf folgende Aspekte ein:</a:t>
            </a:r>
            <a:endParaRPr lang="de-DE" altLang="de-DE" sz="2000" b="0" dirty="0"/>
          </a:p>
          <a:p>
            <a:pPr marL="457228" lvl="2" indent="-285750" defTabSz="457200">
              <a:lnSpc>
                <a:spcPct val="150000"/>
              </a:lnSpc>
              <a:buFont typeface="Wingdings" panose="05000000000000000000" pitchFamily="2" charset="2"/>
              <a:buChar char="§"/>
              <a:defRPr/>
            </a:pPr>
            <a:r>
              <a:rPr lang="de-DE" altLang="de-DE" sz="2000" dirty="0" err="1">
                <a:solidFill>
                  <a:schemeClr val="tx1"/>
                </a:solidFill>
                <a:latin typeface="Arial" panose="020B0604020202020204" pitchFamily="34" charset="0"/>
                <a:cs typeface="Arial" panose="020B0604020202020204" pitchFamily="34" charset="0"/>
              </a:rPr>
              <a:t>Vorhabenstitel</a:t>
            </a:r>
            <a:r>
              <a:rPr lang="de-DE" altLang="de-DE" sz="2000" dirty="0">
                <a:solidFill>
                  <a:schemeClr val="tx1"/>
                </a:solidFill>
                <a:latin typeface="Arial" panose="020B0604020202020204" pitchFamily="34" charset="0"/>
                <a:cs typeface="Arial" panose="020B0604020202020204" pitchFamily="34" charset="0"/>
              </a:rPr>
              <a:t>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Website / </a:t>
            </a:r>
            <a:r>
              <a:rPr lang="de-DE" altLang="de-DE" sz="2000" dirty="0" err="1">
                <a:solidFill>
                  <a:schemeClr val="tx1"/>
                </a:solidFill>
                <a:latin typeface="Arial" panose="020B0604020202020204" pitchFamily="34" charset="0"/>
                <a:cs typeface="Arial" panose="020B0604020202020204" pitchFamily="34" charset="0"/>
              </a:rPr>
              <a:t>Social</a:t>
            </a:r>
            <a:r>
              <a:rPr lang="de-DE" altLang="de-DE" sz="2000" dirty="0">
                <a:solidFill>
                  <a:schemeClr val="tx1"/>
                </a:solidFill>
                <a:latin typeface="Arial" panose="020B0604020202020204" pitchFamily="34" charset="0"/>
                <a:cs typeface="Arial" panose="020B0604020202020204" pitchFamily="34" charset="0"/>
              </a:rPr>
              <a:t> Media, falls vorhanden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Kurzbeschreibung Ihres Vorhabens</a:t>
            </a:r>
            <a:endParaRPr lang="de-DE" altLang="de-DE" sz="1800" b="0" dirty="0"/>
          </a:p>
        </p:txBody>
      </p:sp>
      <p:sp>
        <p:nvSpPr>
          <p:cNvPr id="5" name="Textfeld 4">
            <a:extLst>
              <a:ext uri="{FF2B5EF4-FFF2-40B4-BE49-F238E27FC236}">
                <a16:creationId xmlns:a16="http://schemas.microsoft.com/office/drawing/2014/main" id="{F542FBDB-0397-4475-8FCF-DBCB12906DC3}"/>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4</a:t>
            </a:fld>
            <a:endParaRPr lang="de-AT" sz="1200" dirty="0">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5ADE6323-AD07-29BD-E28C-81242BADA90C}"/>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55919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Problemstellung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Hintergrund und Motivation zum (Gründungs-) Vorhaben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Erklärung und Darstellung des spezifischen gesellschaftlichen Problems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Wie stark ist die Gesellschaft in ihrer Gesamtheit vom Problem betroffen?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Bedürfnisse werden adressiert?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Handelt es sich um eine existierende / neue Problemstellung?</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Wie löst Ihre Zielgruppe dieses Problem aktuell?</a:t>
            </a:r>
          </a:p>
        </p:txBody>
      </p:sp>
      <p:sp>
        <p:nvSpPr>
          <p:cNvPr id="5" name="Textfeld 4">
            <a:extLst>
              <a:ext uri="{FF2B5EF4-FFF2-40B4-BE49-F238E27FC236}">
                <a16:creationId xmlns:a16="http://schemas.microsoft.com/office/drawing/2014/main" id="{2A7DB49A-2695-4FFF-9FAC-B5F158D123CE}"/>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5</a:t>
            </a:fld>
            <a:endParaRPr lang="de-AT" sz="1200" dirty="0">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BF7550CF-5765-3EF7-BA64-1789410871B5}"/>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396066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Hinweise</a:t>
            </a:r>
            <a:r>
              <a:rPr lang="en-US" sz="3600" dirty="0"/>
              <a:t> </a:t>
            </a:r>
            <a:r>
              <a:rPr lang="en-US" sz="3600" dirty="0" err="1"/>
              <a:t>zu</a:t>
            </a:r>
            <a:r>
              <a:rPr lang="en-US" sz="3600" dirty="0"/>
              <a:t> </a:t>
            </a:r>
            <a:r>
              <a:rPr lang="en-US" sz="3600" dirty="0" err="1"/>
              <a:t>Problemstellung</a:t>
            </a:r>
            <a:r>
              <a:rPr lang="en-US" sz="3600" dirty="0"/>
              <a:t> und Impact </a:t>
            </a:r>
            <a:endParaRPr lang="en-US" sz="2000" b="0" dirty="0"/>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algn="just">
              <a:lnSpc>
                <a:spcPct val="150000"/>
              </a:lnSpc>
              <a:buNone/>
              <a:defRPr/>
            </a:pPr>
            <a:r>
              <a:rPr lang="de-DE" altLang="de-DE" sz="1600" b="0" i="1" dirty="0"/>
              <a:t>Ziel ist es, ein Problem mit hoher gesamtgesellschaftlicher Relevanz gezielt durch Innovation zu lösen oder zu lindern und somit einen gesellschaftlichen Wandel in einem der definierten Themenfelder voranzutreiben. Ein hoher gesellschaftlicher Mehrwert/Impact zeichnet sich durch eine signifikante Reichweite und/oder Tiefe der Auswirkungen des Innovationsvorhabens aus.</a:t>
            </a:r>
          </a:p>
          <a:p>
            <a:pPr marL="0" indent="0" algn="just">
              <a:lnSpc>
                <a:spcPct val="150000"/>
              </a:lnSpc>
              <a:buNone/>
              <a:defRPr/>
            </a:pPr>
            <a:endParaRPr lang="de-DE" altLang="de-DE" sz="1600" b="0" i="1" dirty="0"/>
          </a:p>
          <a:p>
            <a:pPr marL="0" indent="0" algn="just">
              <a:lnSpc>
                <a:spcPct val="150000"/>
              </a:lnSpc>
              <a:buNone/>
              <a:defRPr/>
            </a:pPr>
            <a:r>
              <a:rPr lang="de-DE" altLang="de-DE" sz="1600" b="0" i="1" dirty="0"/>
              <a:t>Problemstellungen, die das wirtschaftliche Handeln von Unternehmen oder Branchen betreffen, gelten </a:t>
            </a:r>
            <a:r>
              <a:rPr lang="de-DE" altLang="de-DE" sz="1600" b="0" i="1" u="sng" dirty="0"/>
              <a:t>nicht</a:t>
            </a:r>
            <a:r>
              <a:rPr lang="de-DE" altLang="de-DE" sz="1600" b="0" i="1" dirty="0"/>
              <a:t> als gesellschaftliches Problem im Sinne von aws Innovative Solutions.</a:t>
            </a:r>
          </a:p>
          <a:p>
            <a:pPr marL="0" indent="0" algn="just">
              <a:lnSpc>
                <a:spcPct val="150000"/>
              </a:lnSpc>
              <a:buNone/>
              <a:defRPr/>
            </a:pPr>
            <a:endParaRPr lang="de-DE" altLang="de-DE" sz="1600" b="0" i="1" dirty="0"/>
          </a:p>
        </p:txBody>
      </p:sp>
      <p:sp>
        <p:nvSpPr>
          <p:cNvPr id="5" name="Textfeld 4">
            <a:extLst>
              <a:ext uri="{FF2B5EF4-FFF2-40B4-BE49-F238E27FC236}">
                <a16:creationId xmlns:a16="http://schemas.microsoft.com/office/drawing/2014/main" id="{2A7DB49A-2695-4FFF-9FAC-B5F158D123CE}"/>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6</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2CDB3D4A-A3A8-4267-D2FC-2E2F90BA20C4}"/>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207461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Lösung</a:t>
            </a:r>
            <a:r>
              <a:rPr lang="en-US" sz="3600" dirty="0"/>
              <a:t> / </a:t>
            </a:r>
            <a:r>
              <a:rPr lang="en-US" sz="3600" dirty="0" err="1"/>
              <a:t>impactspezifische</a:t>
            </a:r>
            <a:r>
              <a:rPr lang="en-US" sz="3600" dirty="0"/>
              <a:t> Innovation </a:t>
            </a:r>
            <a:r>
              <a:rPr lang="en-US" sz="2000" b="0" dirty="0"/>
              <a:t>(1-2 </a:t>
            </a:r>
            <a:r>
              <a:rPr lang="en-US" sz="2000" b="0" dirty="0" err="1"/>
              <a:t>Folien</a:t>
            </a:r>
            <a:r>
              <a:rPr lang="en-US" sz="2000" b="0" dirty="0"/>
              <a:t>)</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6" y="2556127"/>
            <a:ext cx="11011009"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Wie lösen Sie das Problem? Beschreiben Sie Ihre Lösung und Innovation.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Welchen Wert / </a:t>
            </a:r>
            <a:r>
              <a:rPr lang="de-DE" altLang="de-DE" sz="2000" dirty="0" err="1">
                <a:solidFill>
                  <a:schemeClr val="tx1"/>
                </a:solidFill>
                <a:latin typeface="Arial" panose="020B0604020202020204" pitchFamily="34" charset="0"/>
                <a:cs typeface="Arial" panose="020B0604020202020204" pitchFamily="34" charset="0"/>
              </a:rPr>
              <a:t>Kund:innennutzen</a:t>
            </a:r>
            <a:r>
              <a:rPr lang="de-DE" altLang="de-DE" sz="2000" dirty="0">
                <a:solidFill>
                  <a:schemeClr val="tx1"/>
                </a:solidFill>
                <a:latin typeface="Arial" panose="020B0604020202020204" pitchFamily="34" charset="0"/>
                <a:cs typeface="Arial" panose="020B0604020202020204" pitchFamily="34" charset="0"/>
              </a:rPr>
              <a:t> schafft Ihre Lösung?</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Warum ist gerade jetzt der richtige Zeitpunkt dafür?</a:t>
            </a:r>
          </a:p>
        </p:txBody>
      </p:sp>
      <p:sp>
        <p:nvSpPr>
          <p:cNvPr id="5" name="Textfeld 4">
            <a:extLst>
              <a:ext uri="{FF2B5EF4-FFF2-40B4-BE49-F238E27FC236}">
                <a16:creationId xmlns:a16="http://schemas.microsoft.com/office/drawing/2014/main" id="{A017FEB2-D6E8-4779-AD04-DA4E729251BD}"/>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7</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29FE7CE1-1F35-B600-BFDC-1CB619418818}"/>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2088734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F94B-7C3F-64EA-F4F2-2790F86885F3}"/>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7AC2BDDC-7B2A-F678-6AB7-6BFA5E9A8A3A}"/>
              </a:ext>
            </a:extLst>
          </p:cNvPr>
          <p:cNvSpPr>
            <a:spLocks noGrp="1"/>
          </p:cNvSpPr>
          <p:nvPr>
            <p:ph type="body" sz="quarter" idx="10"/>
          </p:nvPr>
        </p:nvSpPr>
        <p:spPr>
          <a:xfrm>
            <a:off x="806468" y="985233"/>
            <a:ext cx="10551581" cy="1005247"/>
          </a:xfrm>
        </p:spPr>
        <p:txBody>
          <a:bodyPr/>
          <a:lstStyle/>
          <a:p>
            <a:r>
              <a:rPr lang="en-US" sz="3600" dirty="0"/>
              <a:t>Use Case </a:t>
            </a:r>
            <a:r>
              <a:rPr lang="en-US" sz="2000" b="0" dirty="0"/>
              <a:t>(1-2 </a:t>
            </a:r>
            <a:r>
              <a:rPr lang="en-US" sz="2000" b="0" dirty="0" err="1"/>
              <a:t>Folien</a:t>
            </a:r>
            <a:r>
              <a:rPr lang="en-US" sz="2000" b="0" dirty="0"/>
              <a:t>)</a:t>
            </a:r>
          </a:p>
        </p:txBody>
      </p:sp>
      <p:sp>
        <p:nvSpPr>
          <p:cNvPr id="4" name="Textplatzhalter 3">
            <a:extLst>
              <a:ext uri="{FF2B5EF4-FFF2-40B4-BE49-F238E27FC236}">
                <a16:creationId xmlns:a16="http://schemas.microsoft.com/office/drawing/2014/main" id="{9E55C4A3-8CDD-83CD-383D-7CCF20C0AB92}"/>
              </a:ext>
            </a:extLst>
          </p:cNvPr>
          <p:cNvSpPr>
            <a:spLocks noGrp="1"/>
          </p:cNvSpPr>
          <p:nvPr>
            <p:ph type="body" sz="quarter" idx="13"/>
          </p:nvPr>
        </p:nvSpPr>
        <p:spPr>
          <a:xfrm>
            <a:off x="812816" y="2556127"/>
            <a:ext cx="11011009"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Wie sieht ein konkreter Anwendungsfall für Ihr Produkt / Ihre Dienstleistung aus?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Wie verläuft die Customer / User Journey?</a:t>
            </a:r>
          </a:p>
        </p:txBody>
      </p:sp>
      <p:sp>
        <p:nvSpPr>
          <p:cNvPr id="5" name="Textfeld 4">
            <a:extLst>
              <a:ext uri="{FF2B5EF4-FFF2-40B4-BE49-F238E27FC236}">
                <a16:creationId xmlns:a16="http://schemas.microsoft.com/office/drawing/2014/main" id="{CB9D1C03-BA2F-690A-A358-FCF0C5AB9FC0}"/>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8</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E6F3A107-F88D-6DF2-4F58-4765EB4DB463}"/>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378221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6400"/>
            <a:ext cx="10863449" cy="1005247"/>
          </a:xfrm>
        </p:spPr>
        <p:txBody>
          <a:bodyPr/>
          <a:lstStyle/>
          <a:p>
            <a:r>
              <a:rPr lang="en-US" sz="3600" dirty="0"/>
              <a:t>USP / </a:t>
            </a:r>
            <a:r>
              <a:rPr lang="en-US" sz="3600" dirty="0" err="1"/>
              <a:t>Alleinstellungsmerkmal</a:t>
            </a:r>
            <a:r>
              <a:rPr lang="en-US" sz="3600" dirty="0"/>
              <a:t> </a:t>
            </a:r>
            <a:r>
              <a:rPr lang="en-US" sz="2000" b="0" dirty="0"/>
              <a:t>(1-2 </a:t>
            </a:r>
            <a:r>
              <a:rPr lang="en-US" sz="2000" b="0" dirty="0" err="1"/>
              <a:t>Folien</a:t>
            </a:r>
            <a:r>
              <a:rPr lang="en-US" sz="2000" b="0" dirty="0"/>
              <a:t>)</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Was </a:t>
            </a:r>
            <a:r>
              <a:rPr lang="de-DE" altLang="de-DE" sz="2000" b="1" dirty="0">
                <a:solidFill>
                  <a:schemeClr val="tx1"/>
                </a:solidFill>
                <a:latin typeface="Arial" panose="020B0604020202020204" pitchFamily="34" charset="0"/>
                <a:cs typeface="Arial" panose="020B0604020202020204" pitchFamily="34" charset="0"/>
              </a:rPr>
              <a:t>unterscheidet </a:t>
            </a:r>
            <a:r>
              <a:rPr lang="de-DE" altLang="de-DE" sz="2000" dirty="0">
                <a:solidFill>
                  <a:schemeClr val="tx1"/>
                </a:solidFill>
                <a:latin typeface="Arial" panose="020B0604020202020204" pitchFamily="34" charset="0"/>
                <a:cs typeface="Arial" panose="020B0604020202020204" pitchFamily="34" charset="0"/>
              </a:rPr>
              <a:t>Ihre Lösung von bestehenden Lösungen?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Welchen </a:t>
            </a:r>
            <a:r>
              <a:rPr lang="de-DE" altLang="de-DE" sz="2000" b="1" dirty="0">
                <a:solidFill>
                  <a:schemeClr val="tx1"/>
                </a:solidFill>
                <a:latin typeface="Arial" panose="020B0604020202020204" pitchFamily="34" charset="0"/>
                <a:cs typeface="Arial" panose="020B0604020202020204" pitchFamily="34" charset="0"/>
              </a:rPr>
              <a:t>signifikanten Vorsprung in Bezug auf den adressierten Impact</a:t>
            </a:r>
            <a:r>
              <a:rPr lang="de-DE" altLang="de-DE" sz="2000" dirty="0">
                <a:solidFill>
                  <a:schemeClr val="tx1"/>
                </a:solidFill>
                <a:latin typeface="Arial" panose="020B0604020202020204" pitchFamily="34" charset="0"/>
                <a:cs typeface="Arial" panose="020B0604020202020204" pitchFamily="34" charset="0"/>
              </a:rPr>
              <a:t> bietet Ihre Lösung?</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Schutzrechtsstrategie (Patentanmeldungen, Verwertungsrechte, Musterschutz)</a:t>
            </a:r>
          </a:p>
        </p:txBody>
      </p:sp>
      <p:sp>
        <p:nvSpPr>
          <p:cNvPr id="5" name="Textfeld 4">
            <a:extLst>
              <a:ext uri="{FF2B5EF4-FFF2-40B4-BE49-F238E27FC236}">
                <a16:creationId xmlns:a16="http://schemas.microsoft.com/office/drawing/2014/main" id="{1CA180E5-20FE-44C7-B7E7-3CFAA4BB1A02}"/>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9</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946BB981-6EB4-0A8C-5DEF-D26F0B876A8E}"/>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99780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de-DE" altLang="de-DE" sz="3600" b="1" dirty="0"/>
              <a:t>Hinweise zum Innovationsverständnis</a:t>
            </a:r>
            <a:endParaRPr lang="en-US" sz="2000" b="0" dirty="0"/>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000"/>
            <a:ext cx="10562168" cy="3420000"/>
          </a:xfrm>
        </p:spPr>
        <p:txBody>
          <a:bodyPr/>
          <a:lstStyle/>
          <a:p>
            <a:pPr marL="0" indent="0" algn="just" eaLnBrk="1" fontAlgn="auto" hangingPunct="1">
              <a:lnSpc>
                <a:spcPct val="150000"/>
              </a:lnSpc>
              <a:spcAft>
                <a:spcPts val="0"/>
              </a:spcAft>
              <a:buNone/>
              <a:defRPr/>
            </a:pPr>
            <a:r>
              <a:rPr lang="de-DE" sz="1600" b="0" i="1" dirty="0"/>
              <a:t>Unter einem hohen Innovationsgrad wird das Entwickeln einer komplett neuen Lösung für bestehende Probleme verstanden, aber auch die Entwicklung erheblicher Ergänzungen zu bestehenden Lösungen oder die Anwendung bestehender Techniken / Materialien / Verfahren in einem neuen Bereich bzw. für die Lösung einer neuen Problemstellung.</a:t>
            </a:r>
          </a:p>
          <a:p>
            <a:pPr marL="0" indent="0" algn="just" eaLnBrk="1" fontAlgn="auto" hangingPunct="1">
              <a:lnSpc>
                <a:spcPct val="150000"/>
              </a:lnSpc>
              <a:spcAft>
                <a:spcPts val="0"/>
              </a:spcAft>
              <a:buNone/>
              <a:defRPr/>
            </a:pPr>
            <a:r>
              <a:rPr lang="de-DE" sz="1600" b="0" i="1" dirty="0"/>
              <a:t>Ein hoher impactbezogener Innovationsgrad zeichnet sich durch einen signifikanten Vorsprung gegenüber aktuellen Lösungen aus, d.h. das adressierte gesellschaftliche Problem wird dadurch im Vergleich zu bestehenden Lösungen in einem deutlich höheren Ausmaß gelindert.</a:t>
            </a:r>
          </a:p>
          <a:p>
            <a:pPr marL="0" indent="0" algn="just" eaLnBrk="1" fontAlgn="auto" hangingPunct="1">
              <a:lnSpc>
                <a:spcPct val="150000"/>
              </a:lnSpc>
              <a:spcAft>
                <a:spcPts val="0"/>
              </a:spcAft>
              <a:buNone/>
              <a:defRPr/>
            </a:pPr>
            <a:endParaRPr lang="de-DE" sz="1600" b="0" i="1" dirty="0"/>
          </a:p>
        </p:txBody>
      </p:sp>
      <p:sp>
        <p:nvSpPr>
          <p:cNvPr id="5" name="Textfeld 4">
            <a:extLst>
              <a:ext uri="{FF2B5EF4-FFF2-40B4-BE49-F238E27FC236}">
                <a16:creationId xmlns:a16="http://schemas.microsoft.com/office/drawing/2014/main" id="{92462929-229D-4AE0-ADC6-61DA3EE7ADB6}"/>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10</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60DD2EFA-AEAA-C9CA-BE5B-973BA747B90E}"/>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2953555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Impact / </a:t>
            </a:r>
            <a:r>
              <a:rPr lang="en-US" sz="3600" dirty="0" err="1"/>
              <a:t>gesellschaftlicher</a:t>
            </a:r>
            <a:r>
              <a:rPr lang="en-US" sz="3600" dirty="0"/>
              <a:t> </a:t>
            </a:r>
            <a:r>
              <a:rPr lang="en-US" sz="3600" dirty="0" err="1"/>
              <a:t>Mehrwert</a:t>
            </a:r>
            <a:r>
              <a:rPr lang="en-US" sz="3600" dirty="0"/>
              <a:t> </a:t>
            </a:r>
            <a:r>
              <a:rPr lang="en-US" sz="2000" b="0" dirty="0"/>
              <a:t>(2 </a:t>
            </a:r>
            <a:r>
              <a:rPr lang="en-US" sz="2000" b="0" dirty="0" err="1"/>
              <a:t>Folien</a:t>
            </a:r>
            <a:r>
              <a:rPr lang="en-US" sz="2000" b="0" dirty="0"/>
              <a:t>)</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Tiefe und Reichweite des intendierten Impacts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Einordnung in einen oder mehrere der folgenden Themenbereiche</a:t>
            </a:r>
            <a:r>
              <a:rPr lang="de-DE" altLang="de-DE" sz="2000" b="0" dirty="0"/>
              <a:t>:</a:t>
            </a:r>
          </a:p>
          <a:p>
            <a:pPr lvl="1">
              <a:lnSpc>
                <a:spcPct val="120000"/>
              </a:lnSpc>
              <a:buFont typeface="Symbol" panose="05050102010706020507" pitchFamily="18" charset="2"/>
              <a:buChar char="-"/>
              <a:defRPr/>
            </a:pPr>
            <a:r>
              <a:rPr lang="de-DE" altLang="de-DE" sz="1400" dirty="0"/>
              <a:t>Diversität I Gleichstellung I Integration I Inklusion</a:t>
            </a:r>
          </a:p>
          <a:p>
            <a:pPr lvl="1">
              <a:lnSpc>
                <a:spcPct val="120000"/>
              </a:lnSpc>
              <a:buFont typeface="Symbol" panose="05050102010706020507" pitchFamily="18" charset="2"/>
              <a:buChar char="-"/>
              <a:defRPr/>
            </a:pPr>
            <a:r>
              <a:rPr lang="de-DE" altLang="de-DE" sz="1400" dirty="0"/>
              <a:t>Umwelt I Ressourcen I Klimaschutz</a:t>
            </a:r>
          </a:p>
          <a:p>
            <a:pPr lvl="1">
              <a:lnSpc>
                <a:spcPct val="120000"/>
              </a:lnSpc>
              <a:buFont typeface="Symbol" panose="05050102010706020507" pitchFamily="18" charset="2"/>
              <a:buChar char="-"/>
              <a:defRPr/>
            </a:pPr>
            <a:r>
              <a:rPr lang="de-DE" altLang="de-DE" sz="1400" dirty="0"/>
              <a:t>Gesundheit I Pflege</a:t>
            </a:r>
          </a:p>
          <a:p>
            <a:pPr lvl="1">
              <a:lnSpc>
                <a:spcPct val="120000"/>
              </a:lnSpc>
              <a:buFont typeface="Symbol" panose="05050102010706020507" pitchFamily="18" charset="2"/>
              <a:buChar char="-"/>
              <a:defRPr/>
            </a:pPr>
            <a:r>
              <a:rPr lang="de-DE" altLang="de-DE" sz="1400" dirty="0"/>
              <a:t>Bildung</a:t>
            </a:r>
          </a:p>
          <a:p>
            <a:pPr lvl="1">
              <a:lnSpc>
                <a:spcPct val="120000"/>
              </a:lnSpc>
              <a:buFont typeface="Symbol" panose="05050102010706020507" pitchFamily="18" charset="2"/>
              <a:buChar char="-"/>
              <a:defRPr/>
            </a:pPr>
            <a:r>
              <a:rPr lang="de-DE" altLang="de-DE" sz="1400" dirty="0"/>
              <a:t>Mobilität I Transport</a:t>
            </a:r>
          </a:p>
          <a:p>
            <a:pPr lvl="1">
              <a:lnSpc>
                <a:spcPct val="120000"/>
              </a:lnSpc>
              <a:buFont typeface="Symbol" panose="05050102010706020507" pitchFamily="18" charset="2"/>
              <a:buChar char="-"/>
              <a:defRPr/>
            </a:pPr>
            <a:r>
              <a:rPr lang="de-DE" altLang="de-DE" sz="1400" dirty="0"/>
              <a:t>Stadtentwicklung I Leben am Land I Wohnen</a:t>
            </a:r>
            <a:endParaRPr lang="de-DE" sz="1400" dirty="0"/>
          </a:p>
        </p:txBody>
      </p:sp>
      <p:sp>
        <p:nvSpPr>
          <p:cNvPr id="5" name="Textfeld 4">
            <a:extLst>
              <a:ext uri="{FF2B5EF4-FFF2-40B4-BE49-F238E27FC236}">
                <a16:creationId xmlns:a16="http://schemas.microsoft.com/office/drawing/2014/main" id="{A71B1CF8-5205-41A5-B67F-6D7754AE0FDC}"/>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11</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8A5223FF-08FF-6E44-0D7A-C0AD762F565D}"/>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4166387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E50BFCE5-6A9B-45C2-ACD3-8A1B3BEC1C47}"/>
              </a:ext>
            </a:extLst>
          </p:cNvPr>
          <p:cNvSpPr txBox="1"/>
          <p:nvPr/>
        </p:nvSpPr>
        <p:spPr>
          <a:xfrm>
            <a:off x="10926535" y="6349429"/>
            <a:ext cx="863029" cy="276999"/>
          </a:xfrm>
          <a:prstGeom prst="rect">
            <a:avLst/>
          </a:prstGeom>
          <a:noFill/>
        </p:spPr>
        <p:txBody>
          <a:bodyPr wrap="square" rtlCol="0">
            <a:spAutoFit/>
          </a:bodyPr>
          <a:lstStyle/>
          <a:p>
            <a:pPr algn="r"/>
            <a:fld id="{F9BBD76A-316A-400F-887B-FAC7EB9659B1}" type="slidenum">
              <a:rPr lang="de-AT" sz="1200">
                <a:latin typeface="Arial" panose="020B0604020202020204" pitchFamily="34" charset="0"/>
                <a:cs typeface="Arial" panose="020B0604020202020204" pitchFamily="34" charset="0"/>
              </a:rPr>
              <a:pPr algn="r"/>
              <a:t>12</a:t>
            </a:fld>
            <a:endParaRPr lang="de-AT" sz="1200" dirty="0">
              <a:latin typeface="Arial" panose="020B0604020202020204" pitchFamily="34" charset="0"/>
              <a:cs typeface="Arial" panose="020B0604020202020204" pitchFamily="34" charset="0"/>
            </a:endParaRPr>
          </a:p>
        </p:txBody>
      </p:sp>
      <p:grpSp>
        <p:nvGrpSpPr>
          <p:cNvPr id="37" name="Gruppieren 36">
            <a:extLst>
              <a:ext uri="{FF2B5EF4-FFF2-40B4-BE49-F238E27FC236}">
                <a16:creationId xmlns:a16="http://schemas.microsoft.com/office/drawing/2014/main" id="{042AE91F-3D08-FA49-1FBD-D35BDADACB1F}"/>
              </a:ext>
            </a:extLst>
          </p:cNvPr>
          <p:cNvGrpSpPr/>
          <p:nvPr/>
        </p:nvGrpSpPr>
        <p:grpSpPr>
          <a:xfrm>
            <a:off x="1644319" y="1384694"/>
            <a:ext cx="9202498" cy="5335382"/>
            <a:chOff x="1158385" y="837293"/>
            <a:chExt cx="9792705" cy="5796350"/>
          </a:xfrm>
        </p:grpSpPr>
        <p:sp>
          <p:nvSpPr>
            <p:cNvPr id="10" name="Rechteck 9">
              <a:extLst>
                <a:ext uri="{FF2B5EF4-FFF2-40B4-BE49-F238E27FC236}">
                  <a16:creationId xmlns:a16="http://schemas.microsoft.com/office/drawing/2014/main" id="{66E42F91-A579-4A8A-AA07-3FDD423EF6A3}"/>
                </a:ext>
              </a:extLst>
            </p:cNvPr>
            <p:cNvSpPr/>
            <p:nvPr/>
          </p:nvSpPr>
          <p:spPr>
            <a:xfrm>
              <a:off x="1494385" y="5614493"/>
              <a:ext cx="7200000" cy="72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1 Aktivitäten finden wie geplant statt</a:t>
              </a:r>
            </a:p>
          </p:txBody>
        </p:sp>
        <p:sp>
          <p:nvSpPr>
            <p:cNvPr id="11" name="Rechteck 10">
              <a:extLst>
                <a:ext uri="{FF2B5EF4-FFF2-40B4-BE49-F238E27FC236}">
                  <a16:creationId xmlns:a16="http://schemas.microsoft.com/office/drawing/2014/main" id="{05A98A53-A8CE-4D4E-AD93-AA0E3B796336}"/>
                </a:ext>
              </a:extLst>
            </p:cNvPr>
            <p:cNvSpPr/>
            <p:nvPr/>
          </p:nvSpPr>
          <p:spPr>
            <a:xfrm>
              <a:off x="2214385" y="4818292"/>
              <a:ext cx="6480000" cy="72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2 Zielgruppen werden erreicht</a:t>
              </a:r>
            </a:p>
          </p:txBody>
        </p:sp>
        <p:sp>
          <p:nvSpPr>
            <p:cNvPr id="12" name="Rechteck 11">
              <a:extLst>
                <a:ext uri="{FF2B5EF4-FFF2-40B4-BE49-F238E27FC236}">
                  <a16:creationId xmlns:a16="http://schemas.microsoft.com/office/drawing/2014/main" id="{96CE39E5-4A5D-484B-96DD-019DC475C734}"/>
                </a:ext>
              </a:extLst>
            </p:cNvPr>
            <p:cNvSpPr/>
            <p:nvPr/>
          </p:nvSpPr>
          <p:spPr>
            <a:xfrm>
              <a:off x="2934385" y="4022093"/>
              <a:ext cx="5760000" cy="72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3 Zielgruppen akzeptieren Angebote</a:t>
              </a:r>
            </a:p>
          </p:txBody>
        </p:sp>
        <p:sp>
          <p:nvSpPr>
            <p:cNvPr id="13" name="Rechteck 12">
              <a:extLst>
                <a:ext uri="{FF2B5EF4-FFF2-40B4-BE49-F238E27FC236}">
                  <a16:creationId xmlns:a16="http://schemas.microsoft.com/office/drawing/2014/main" id="{0549A8CE-C72D-46E3-B382-EE4E72AC17C4}"/>
                </a:ext>
              </a:extLst>
            </p:cNvPr>
            <p:cNvSpPr/>
            <p:nvPr/>
          </p:nvSpPr>
          <p:spPr>
            <a:xfrm>
              <a:off x="3654385" y="3225892"/>
              <a:ext cx="5040000" cy="72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4 Zielgruppen verändern Bewusstsein bzw. Fähigkeiten</a:t>
              </a:r>
            </a:p>
          </p:txBody>
        </p:sp>
        <p:sp>
          <p:nvSpPr>
            <p:cNvPr id="14" name="Rechteck 13">
              <a:extLst>
                <a:ext uri="{FF2B5EF4-FFF2-40B4-BE49-F238E27FC236}">
                  <a16:creationId xmlns:a16="http://schemas.microsoft.com/office/drawing/2014/main" id="{5D96F3AF-8B0F-4797-A1A4-E8E39206145C}"/>
                </a:ext>
              </a:extLst>
            </p:cNvPr>
            <p:cNvSpPr/>
            <p:nvPr/>
          </p:nvSpPr>
          <p:spPr>
            <a:xfrm>
              <a:off x="4374385" y="2429693"/>
              <a:ext cx="4320000" cy="72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5 Zielgruppen ändern ihr Handeln</a:t>
              </a:r>
            </a:p>
          </p:txBody>
        </p:sp>
        <p:sp>
          <p:nvSpPr>
            <p:cNvPr id="15" name="Rechteck 14">
              <a:extLst>
                <a:ext uri="{FF2B5EF4-FFF2-40B4-BE49-F238E27FC236}">
                  <a16:creationId xmlns:a16="http://schemas.microsoft.com/office/drawing/2014/main" id="{57A3C8B9-5A99-4774-B11B-BA184E7FB4F3}"/>
                </a:ext>
              </a:extLst>
            </p:cNvPr>
            <p:cNvSpPr/>
            <p:nvPr/>
          </p:nvSpPr>
          <p:spPr>
            <a:xfrm>
              <a:off x="5094385" y="1633492"/>
              <a:ext cx="3600000" cy="72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6 Lebenslage der Zielgruppen ändert sich</a:t>
              </a:r>
            </a:p>
          </p:txBody>
        </p:sp>
        <p:sp>
          <p:nvSpPr>
            <p:cNvPr id="16" name="Rechteck 15">
              <a:extLst>
                <a:ext uri="{FF2B5EF4-FFF2-40B4-BE49-F238E27FC236}">
                  <a16:creationId xmlns:a16="http://schemas.microsoft.com/office/drawing/2014/main" id="{6FFA9CB2-6EAD-4D62-81D0-A66A23F22DC7}"/>
                </a:ext>
              </a:extLst>
            </p:cNvPr>
            <p:cNvSpPr/>
            <p:nvPr/>
          </p:nvSpPr>
          <p:spPr>
            <a:xfrm>
              <a:off x="5814385" y="837293"/>
              <a:ext cx="2880000" cy="72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401" dirty="0">
                  <a:latin typeface="Arial" panose="020B0604020202020204" pitchFamily="34" charset="0"/>
                  <a:cs typeface="Arial" panose="020B0604020202020204" pitchFamily="34" charset="0"/>
                </a:rPr>
                <a:t>7 Gesellschaft verändert sich</a:t>
              </a:r>
            </a:p>
          </p:txBody>
        </p:sp>
        <p:sp>
          <p:nvSpPr>
            <p:cNvPr id="17" name="Geschweifte Klammer rechts 16">
              <a:extLst>
                <a:ext uri="{FF2B5EF4-FFF2-40B4-BE49-F238E27FC236}">
                  <a16:creationId xmlns:a16="http://schemas.microsoft.com/office/drawing/2014/main" id="{33BE6ECB-6F99-4864-B260-8AE5AEB03E5E}"/>
                </a:ext>
              </a:extLst>
            </p:cNvPr>
            <p:cNvSpPr/>
            <p:nvPr/>
          </p:nvSpPr>
          <p:spPr>
            <a:xfrm>
              <a:off x="8820282" y="837293"/>
              <a:ext cx="216000" cy="720000"/>
            </a:xfrm>
            <a:prstGeom prst="rightBrace">
              <a:avLst/>
            </a:prstGeom>
            <a:no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801"/>
            </a:p>
          </p:txBody>
        </p:sp>
        <p:sp>
          <p:nvSpPr>
            <p:cNvPr id="18" name="Geschweifte Klammer rechts 17">
              <a:extLst>
                <a:ext uri="{FF2B5EF4-FFF2-40B4-BE49-F238E27FC236}">
                  <a16:creationId xmlns:a16="http://schemas.microsoft.com/office/drawing/2014/main" id="{9D8D371E-9A4D-4005-88BF-C036C5C4CEB1}"/>
                </a:ext>
              </a:extLst>
            </p:cNvPr>
            <p:cNvSpPr/>
            <p:nvPr/>
          </p:nvSpPr>
          <p:spPr>
            <a:xfrm>
              <a:off x="8820282" y="1633493"/>
              <a:ext cx="216000" cy="2312400"/>
            </a:xfrm>
            <a:prstGeom prst="rightBrace">
              <a:avLst/>
            </a:prstGeom>
            <a:no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801"/>
            </a:p>
          </p:txBody>
        </p:sp>
        <p:sp>
          <p:nvSpPr>
            <p:cNvPr id="19" name="Geschweifte Klammer rechts 18">
              <a:extLst>
                <a:ext uri="{FF2B5EF4-FFF2-40B4-BE49-F238E27FC236}">
                  <a16:creationId xmlns:a16="http://schemas.microsoft.com/office/drawing/2014/main" id="{A018C30D-FB2C-487A-ADA9-B6866A876C23}"/>
                </a:ext>
              </a:extLst>
            </p:cNvPr>
            <p:cNvSpPr/>
            <p:nvPr/>
          </p:nvSpPr>
          <p:spPr>
            <a:xfrm>
              <a:off x="8820282" y="4022094"/>
              <a:ext cx="216000" cy="2312400"/>
            </a:xfrm>
            <a:prstGeom prst="rightBrace">
              <a:avLst/>
            </a:prstGeom>
            <a:no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801"/>
            </a:p>
          </p:txBody>
        </p:sp>
        <p:sp>
          <p:nvSpPr>
            <p:cNvPr id="20" name="Textfeld 19">
              <a:extLst>
                <a:ext uri="{FF2B5EF4-FFF2-40B4-BE49-F238E27FC236}">
                  <a16:creationId xmlns:a16="http://schemas.microsoft.com/office/drawing/2014/main" id="{AC057D71-1F33-4AFA-B44E-87FBCFCE17D0}"/>
                </a:ext>
              </a:extLst>
            </p:cNvPr>
            <p:cNvSpPr txBox="1"/>
            <p:nvPr/>
          </p:nvSpPr>
          <p:spPr>
            <a:xfrm>
              <a:off x="9162182" y="997238"/>
              <a:ext cx="1442907" cy="400110"/>
            </a:xfrm>
            <a:prstGeom prst="rect">
              <a:avLst/>
            </a:prstGeom>
            <a:noFill/>
          </p:spPr>
          <p:txBody>
            <a:bodyPr wrap="square" rtlCol="0">
              <a:spAutoFit/>
            </a:bodyPr>
            <a:lstStyle/>
            <a:p>
              <a:r>
                <a:rPr lang="de-DE" sz="2000" dirty="0">
                  <a:solidFill>
                    <a:srgbClr val="002060"/>
                  </a:solidFill>
                  <a:latin typeface="Arial Black" panose="020B0A04020102020204" pitchFamily="34" charset="0"/>
                </a:rPr>
                <a:t>IMPACT</a:t>
              </a:r>
            </a:p>
          </p:txBody>
        </p:sp>
        <p:sp>
          <p:nvSpPr>
            <p:cNvPr id="21" name="Textfeld 20">
              <a:extLst>
                <a:ext uri="{FF2B5EF4-FFF2-40B4-BE49-F238E27FC236}">
                  <a16:creationId xmlns:a16="http://schemas.microsoft.com/office/drawing/2014/main" id="{8A87CB49-520E-4142-BC81-D91486D7B04D}"/>
                </a:ext>
              </a:extLst>
            </p:cNvPr>
            <p:cNvSpPr txBox="1"/>
            <p:nvPr/>
          </p:nvSpPr>
          <p:spPr>
            <a:xfrm>
              <a:off x="9162182" y="2589638"/>
              <a:ext cx="1788908" cy="400110"/>
            </a:xfrm>
            <a:prstGeom prst="rect">
              <a:avLst/>
            </a:prstGeom>
            <a:noFill/>
          </p:spPr>
          <p:txBody>
            <a:bodyPr wrap="square" rtlCol="0">
              <a:spAutoFit/>
            </a:bodyPr>
            <a:lstStyle/>
            <a:p>
              <a:r>
                <a:rPr lang="de-DE" sz="2000" dirty="0">
                  <a:solidFill>
                    <a:srgbClr val="002060"/>
                  </a:solidFill>
                  <a:latin typeface="Arial Black" panose="020B0A04020102020204" pitchFamily="34" charset="0"/>
                </a:rPr>
                <a:t>OUTCOME</a:t>
              </a:r>
            </a:p>
          </p:txBody>
        </p:sp>
        <p:sp>
          <p:nvSpPr>
            <p:cNvPr id="22" name="Textfeld 21">
              <a:extLst>
                <a:ext uri="{FF2B5EF4-FFF2-40B4-BE49-F238E27FC236}">
                  <a16:creationId xmlns:a16="http://schemas.microsoft.com/office/drawing/2014/main" id="{4160B82A-407C-4F48-9268-D9970C7546C5}"/>
                </a:ext>
              </a:extLst>
            </p:cNvPr>
            <p:cNvSpPr txBox="1"/>
            <p:nvPr/>
          </p:nvSpPr>
          <p:spPr>
            <a:xfrm>
              <a:off x="9162182" y="4978237"/>
              <a:ext cx="1788908" cy="400110"/>
            </a:xfrm>
            <a:prstGeom prst="rect">
              <a:avLst/>
            </a:prstGeom>
            <a:noFill/>
          </p:spPr>
          <p:txBody>
            <a:bodyPr wrap="square" rtlCol="0">
              <a:spAutoFit/>
            </a:bodyPr>
            <a:lstStyle/>
            <a:p>
              <a:r>
                <a:rPr lang="de-DE" sz="2000" dirty="0">
                  <a:solidFill>
                    <a:srgbClr val="002060"/>
                  </a:solidFill>
                  <a:latin typeface="Arial Black" panose="020B0A04020102020204" pitchFamily="34" charset="0"/>
                </a:rPr>
                <a:t>OUTPUT</a:t>
              </a:r>
            </a:p>
          </p:txBody>
        </p:sp>
        <p:sp>
          <p:nvSpPr>
            <p:cNvPr id="23" name="Textfeld 22">
              <a:extLst>
                <a:ext uri="{FF2B5EF4-FFF2-40B4-BE49-F238E27FC236}">
                  <a16:creationId xmlns:a16="http://schemas.microsoft.com/office/drawing/2014/main" id="{1A18CA93-08E3-4485-B450-C18C8BD239A3}"/>
                </a:ext>
              </a:extLst>
            </p:cNvPr>
            <p:cNvSpPr txBox="1"/>
            <p:nvPr/>
          </p:nvSpPr>
          <p:spPr>
            <a:xfrm>
              <a:off x="1158385" y="3180154"/>
              <a:ext cx="1989319" cy="523477"/>
            </a:xfrm>
            <a:prstGeom prst="rect">
              <a:avLst/>
            </a:prstGeom>
            <a:noFill/>
            <a:ln>
              <a:noFill/>
            </a:ln>
          </p:spPr>
          <p:txBody>
            <a:bodyPr wrap="square" rtlCol="0">
              <a:spAutoFit/>
            </a:bodyPr>
            <a:lstStyle/>
            <a:p>
              <a:pPr algn="r"/>
              <a:r>
                <a:rPr lang="de-DE" sz="1401" dirty="0">
                  <a:solidFill>
                    <a:srgbClr val="002060"/>
                  </a:solidFill>
                  <a:latin typeface="Arial" panose="020B0604020202020204" pitchFamily="34" charset="0"/>
                  <a:cs typeface="Arial" panose="020B0604020202020204" pitchFamily="34" charset="0"/>
                </a:rPr>
                <a:t>Ab dieser Stufe spricht man von Wirkung.</a:t>
              </a:r>
            </a:p>
          </p:txBody>
        </p:sp>
        <p:sp>
          <p:nvSpPr>
            <p:cNvPr id="24" name="Pfeil: Chevron 23">
              <a:extLst>
                <a:ext uri="{FF2B5EF4-FFF2-40B4-BE49-F238E27FC236}">
                  <a16:creationId xmlns:a16="http://schemas.microsoft.com/office/drawing/2014/main" id="{D6736FE5-9344-4F47-B6E6-8C27E93B1DF6}"/>
                </a:ext>
              </a:extLst>
            </p:cNvPr>
            <p:cNvSpPr/>
            <p:nvPr/>
          </p:nvSpPr>
          <p:spPr>
            <a:xfrm>
              <a:off x="3348487" y="3441892"/>
              <a:ext cx="180000" cy="288000"/>
            </a:xfrm>
            <a:prstGeom prst="chevr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solidFill>
                  <a:schemeClr val="tx1"/>
                </a:solidFill>
              </a:endParaRPr>
            </a:p>
          </p:txBody>
        </p:sp>
        <p:sp>
          <p:nvSpPr>
            <p:cNvPr id="25" name="Pfeil: Chevron 24">
              <a:extLst>
                <a:ext uri="{FF2B5EF4-FFF2-40B4-BE49-F238E27FC236}">
                  <a16:creationId xmlns:a16="http://schemas.microsoft.com/office/drawing/2014/main" id="{98EA0E4B-6104-481D-AD33-6ED55B77FD71}"/>
                </a:ext>
              </a:extLst>
            </p:cNvPr>
            <p:cNvSpPr/>
            <p:nvPr/>
          </p:nvSpPr>
          <p:spPr>
            <a:xfrm>
              <a:off x="3195537" y="3441892"/>
              <a:ext cx="180000" cy="288000"/>
            </a:xfrm>
            <a:prstGeom prst="chevr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solidFill>
                  <a:schemeClr val="tx1"/>
                </a:solidFill>
              </a:endParaRPr>
            </a:p>
          </p:txBody>
        </p:sp>
        <p:sp>
          <p:nvSpPr>
            <p:cNvPr id="28" name="Textfeld 27">
              <a:extLst>
                <a:ext uri="{FF2B5EF4-FFF2-40B4-BE49-F238E27FC236}">
                  <a16:creationId xmlns:a16="http://schemas.microsoft.com/office/drawing/2014/main" id="{ABC086C1-2FA7-4F06-A215-09770B8676C5}"/>
                </a:ext>
              </a:extLst>
            </p:cNvPr>
            <p:cNvSpPr txBox="1"/>
            <p:nvPr/>
          </p:nvSpPr>
          <p:spPr>
            <a:xfrm>
              <a:off x="1370333" y="6349430"/>
              <a:ext cx="2190102" cy="284213"/>
            </a:xfrm>
            <a:prstGeom prst="rect">
              <a:avLst/>
            </a:prstGeom>
            <a:noFill/>
          </p:spPr>
          <p:txBody>
            <a:bodyPr wrap="square">
              <a:spAutoFit/>
            </a:bodyPr>
            <a:lstStyle/>
            <a:p>
              <a:r>
                <a:rPr lang="de-DE" sz="1100" i="1" dirty="0">
                  <a:solidFill>
                    <a:srgbClr val="002060"/>
                  </a:solidFill>
                  <a:latin typeface="Arial" panose="020B0604020202020204" pitchFamily="34" charset="0"/>
                  <a:cs typeface="Arial" panose="020B0604020202020204" pitchFamily="34" charset="0"/>
                </a:rPr>
                <a:t>Abbildung 1: Wirkungstreppe</a:t>
              </a:r>
            </a:p>
          </p:txBody>
        </p:sp>
      </p:grpSp>
      <p:sp>
        <p:nvSpPr>
          <p:cNvPr id="4" name="Textfeld 3">
            <a:extLst>
              <a:ext uri="{FF2B5EF4-FFF2-40B4-BE49-F238E27FC236}">
                <a16:creationId xmlns:a16="http://schemas.microsoft.com/office/drawing/2014/main" id="{0705B5FD-1C02-B2F1-2502-C2F1D03079DD}"/>
              </a:ext>
            </a:extLst>
          </p:cNvPr>
          <p:cNvSpPr txBox="1"/>
          <p:nvPr/>
        </p:nvSpPr>
        <p:spPr>
          <a:xfrm>
            <a:off x="805461" y="910962"/>
            <a:ext cx="6096000" cy="646331"/>
          </a:xfrm>
          <a:prstGeom prst="rect">
            <a:avLst/>
          </a:prstGeom>
          <a:noFill/>
        </p:spPr>
        <p:txBody>
          <a:bodyPr wrap="square">
            <a:spAutoFit/>
          </a:bodyPr>
          <a:lstStyle/>
          <a:p>
            <a:r>
              <a:rPr lang="de-AT" sz="3600" b="1" dirty="0">
                <a:solidFill>
                  <a:srgbClr val="00377A"/>
                </a:solidFill>
                <a:latin typeface="Arial"/>
                <a:cs typeface="Arial"/>
              </a:rPr>
              <a:t>Wirkungstreppe </a:t>
            </a:r>
            <a:r>
              <a:rPr lang="de-AT" sz="2000" dirty="0">
                <a:solidFill>
                  <a:srgbClr val="00377A"/>
                </a:solidFill>
                <a:latin typeface="Arial"/>
                <a:cs typeface="Arial"/>
              </a:rPr>
              <a:t>(1 Folie)</a:t>
            </a:r>
          </a:p>
        </p:txBody>
      </p:sp>
      <p:sp>
        <p:nvSpPr>
          <p:cNvPr id="8" name="Textplatzhalter 6">
            <a:extLst>
              <a:ext uri="{FF2B5EF4-FFF2-40B4-BE49-F238E27FC236}">
                <a16:creationId xmlns:a16="http://schemas.microsoft.com/office/drawing/2014/main" id="{A579D57D-A3FE-DBEF-723D-B14D28B3D2AB}"/>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63628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Geschäftsmodell</a:t>
            </a:r>
            <a:r>
              <a:rPr lang="en-US" sz="3600" dirty="0"/>
              <a:t>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6" y="2556127"/>
            <a:ext cx="11379184"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Vorstellung des Geschäftsmodells und seiner Skalierbarkeit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(Geplante) Kosten- und Preisstruktur des Produkts / der Dienstleistung (gemeint sind nicht die Kosten des Vorhabens)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Geplante Vertriebsstrategie </a:t>
            </a:r>
          </a:p>
        </p:txBody>
      </p:sp>
      <p:sp>
        <p:nvSpPr>
          <p:cNvPr id="5" name="Textfeld 4">
            <a:extLst>
              <a:ext uri="{FF2B5EF4-FFF2-40B4-BE49-F238E27FC236}">
                <a16:creationId xmlns:a16="http://schemas.microsoft.com/office/drawing/2014/main" id="{94276E2D-6078-4057-86FE-938DD9721F7F}"/>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13</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034536DC-DDB1-2943-308D-7668A8B9ADDE}"/>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23350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Markt</a:t>
            </a:r>
            <a:r>
              <a:rPr lang="en-US" sz="3600" dirty="0"/>
              <a:t>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Definition und Vorstellung Ihres Zielmarktes (Marktgröße, Marktdynamik,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Vorstellung der Zielgruppe </a:t>
            </a:r>
          </a:p>
          <a:p>
            <a:pPr marL="457228" lvl="2" indent="-285750" defTabSz="457200">
              <a:lnSpc>
                <a:spcPct val="150000"/>
              </a:lnSpc>
              <a:buFont typeface="Wingdings" panose="05000000000000000000" pitchFamily="2" charset="2"/>
              <a:buChar char="§"/>
              <a:defRPr/>
            </a:pPr>
            <a:r>
              <a:rPr lang="de-DE" altLang="de-DE" sz="2000" b="1" dirty="0">
                <a:solidFill>
                  <a:schemeClr val="tx1"/>
                </a:solidFill>
                <a:latin typeface="Arial" panose="020B0604020202020204" pitchFamily="34" charset="0"/>
                <a:cs typeface="Arial" panose="020B0604020202020204" pitchFamily="34" charset="0"/>
              </a:rPr>
              <a:t>Tipp:</a:t>
            </a:r>
            <a:r>
              <a:rPr lang="de-DE" altLang="de-DE" sz="2000" dirty="0">
                <a:solidFill>
                  <a:schemeClr val="tx1"/>
                </a:solidFill>
                <a:latin typeface="Arial" panose="020B0604020202020204" pitchFamily="34" charset="0"/>
                <a:cs typeface="Arial" panose="020B0604020202020204" pitchFamily="34" charset="0"/>
              </a:rPr>
              <a:t> Verweisen Sie auf Ihre Quellen, gerne mit Links</a:t>
            </a:r>
          </a:p>
        </p:txBody>
      </p:sp>
      <p:sp>
        <p:nvSpPr>
          <p:cNvPr id="5" name="Textfeld 4">
            <a:extLst>
              <a:ext uri="{FF2B5EF4-FFF2-40B4-BE49-F238E27FC236}">
                <a16:creationId xmlns:a16="http://schemas.microsoft.com/office/drawing/2014/main" id="{0B6156B1-23A7-40AC-82AC-86D7DB479303}"/>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14</a:t>
            </a:fld>
            <a:endParaRPr lang="de-AT" sz="1200" dirty="0">
              <a:latin typeface="Arial" panose="020B0604020202020204" pitchFamily="34" charset="0"/>
              <a:cs typeface="Arial" panose="020B0604020202020204" pitchFamily="34" charset="0"/>
            </a:endParaRPr>
          </a:p>
        </p:txBody>
      </p:sp>
      <p:sp>
        <p:nvSpPr>
          <p:cNvPr id="9" name="Textplatzhalter 6">
            <a:extLst>
              <a:ext uri="{FF2B5EF4-FFF2-40B4-BE49-F238E27FC236}">
                <a16:creationId xmlns:a16="http://schemas.microsoft.com/office/drawing/2014/main" id="{5DF5BB78-71FE-ECE6-4B9E-C42D54FB7EB3}"/>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24945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Mitbewerb</a:t>
            </a:r>
            <a:r>
              <a:rPr lang="en-US" sz="3600" dirty="0"/>
              <a:t> &amp; </a:t>
            </a:r>
            <a:r>
              <a:rPr lang="en-US" sz="3600" dirty="0" err="1"/>
              <a:t>Umfeld</a:t>
            </a:r>
            <a:r>
              <a:rPr lang="en-US" sz="3600" dirty="0"/>
              <a:t>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Wer ist Ihr direkter / indirekter </a:t>
            </a:r>
            <a:r>
              <a:rPr lang="de-DE" altLang="de-DE" sz="2000" dirty="0" err="1">
                <a:solidFill>
                  <a:schemeClr val="tx1"/>
                </a:solidFill>
                <a:latin typeface="Arial" panose="020B0604020202020204" pitchFamily="34" charset="0"/>
                <a:cs typeface="Arial" panose="020B0604020202020204" pitchFamily="34" charset="0"/>
              </a:rPr>
              <a:t>Mitbewerb</a:t>
            </a:r>
            <a:r>
              <a:rPr lang="de-DE" altLang="de-DE" sz="2000" dirty="0">
                <a:solidFill>
                  <a:schemeClr val="tx1"/>
                </a:solidFill>
                <a:latin typeface="Arial" panose="020B0604020202020204" pitchFamily="34" charset="0"/>
                <a:cs typeface="Arial" panose="020B0604020202020204" pitchFamily="34" charset="0"/>
              </a:rPr>
              <a: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Konkurrenzprodukte gibt es?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Unterschiede gibt es zu Ihrem Unternehmen / Ihrem Produkt?</a:t>
            </a:r>
          </a:p>
          <a:p>
            <a:pPr marL="457228" lvl="2" indent="-285750" defTabSz="457200">
              <a:lnSpc>
                <a:spcPct val="150000"/>
              </a:lnSpc>
              <a:buFont typeface="Wingdings" panose="05000000000000000000" pitchFamily="2" charset="2"/>
              <a:buChar char="§"/>
              <a:defRPr/>
            </a:pPr>
            <a:r>
              <a:rPr lang="de-DE" altLang="de-DE" sz="2000" b="1" dirty="0">
                <a:solidFill>
                  <a:schemeClr val="tx1"/>
                </a:solidFill>
                <a:latin typeface="Arial" panose="020B0604020202020204" pitchFamily="34" charset="0"/>
                <a:cs typeface="Arial" panose="020B0604020202020204" pitchFamily="34" charset="0"/>
              </a:rPr>
              <a:t>Tipp: </a:t>
            </a:r>
            <a:r>
              <a:rPr lang="de-DE" altLang="de-DE" sz="2000" dirty="0">
                <a:solidFill>
                  <a:schemeClr val="tx1"/>
                </a:solidFill>
                <a:latin typeface="Arial" panose="020B0604020202020204" pitchFamily="34" charset="0"/>
                <a:cs typeface="Arial" panose="020B0604020202020204" pitchFamily="34" charset="0"/>
              </a:rPr>
              <a:t>Geben Sie eine gute Übersicht, zum Beispiel in graphischer oder </a:t>
            </a:r>
            <a:br>
              <a:rPr lang="de-DE" altLang="de-DE" sz="2000" dirty="0">
                <a:solidFill>
                  <a:schemeClr val="tx1"/>
                </a:solidFill>
                <a:latin typeface="Arial" panose="020B0604020202020204" pitchFamily="34" charset="0"/>
                <a:cs typeface="Arial" panose="020B0604020202020204" pitchFamily="34" charset="0"/>
              </a:rPr>
            </a:br>
            <a:r>
              <a:rPr lang="de-DE" altLang="de-DE" sz="2000" dirty="0">
                <a:solidFill>
                  <a:schemeClr val="tx1"/>
                </a:solidFill>
                <a:latin typeface="Arial" panose="020B0604020202020204" pitchFamily="34" charset="0"/>
                <a:cs typeface="Arial" panose="020B0604020202020204" pitchFamily="34" charset="0"/>
              </a:rPr>
              <a:t>tabellarischer Form</a:t>
            </a:r>
          </a:p>
        </p:txBody>
      </p:sp>
      <p:sp>
        <p:nvSpPr>
          <p:cNvPr id="5" name="Textfeld 4">
            <a:extLst>
              <a:ext uri="{FF2B5EF4-FFF2-40B4-BE49-F238E27FC236}">
                <a16:creationId xmlns:a16="http://schemas.microsoft.com/office/drawing/2014/main" id="{6B651899-E9DD-47EB-8060-97D691FA0E90}"/>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15</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7CEFE766-AA06-428A-E975-D17CC3E65B95}"/>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3829528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Team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339560"/>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Vorstellung des Kernteams (mit Fotos)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Verantwortlichkeiten und vorhabenspezifische Qualifikationen (Wer übernimmt welche Aufgaben, in welchem Ausmaß? Welche Kompetenzen sind vorhanden?)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Falls das Team noch nicht vollständig ist, stellen Sie auch geplante Rollen vor</a:t>
            </a:r>
          </a:p>
          <a:p>
            <a:pPr marL="457228" lvl="2" indent="-285750" defTabSz="457200">
              <a:lnSpc>
                <a:spcPct val="150000"/>
              </a:lnSpc>
              <a:buFont typeface="Wingdings" panose="05000000000000000000" pitchFamily="2" charset="2"/>
              <a:buChar char="§"/>
              <a:defRPr/>
            </a:pPr>
            <a:r>
              <a:rPr lang="de-DE" altLang="de-DE" sz="2000" b="1" dirty="0">
                <a:solidFill>
                  <a:schemeClr val="tx1"/>
                </a:solidFill>
                <a:latin typeface="Arial" panose="020B0604020202020204" pitchFamily="34" charset="0"/>
                <a:cs typeface="Arial" panose="020B0604020202020204" pitchFamily="34" charset="0"/>
              </a:rPr>
              <a:t>Tipp:</a:t>
            </a:r>
            <a:r>
              <a:rPr lang="de-DE" altLang="de-DE" sz="2000" dirty="0">
                <a:solidFill>
                  <a:schemeClr val="tx1"/>
                </a:solidFill>
                <a:latin typeface="Arial" panose="020B0604020202020204" pitchFamily="34" charset="0"/>
                <a:cs typeface="Arial" panose="020B0604020202020204" pitchFamily="34" charset="0"/>
              </a:rPr>
              <a:t> Gerne können Sie auf die jeweiligen LinkedIn-Profile der Teammitglieder o.ä. verlinken</a:t>
            </a:r>
            <a:endParaRPr lang="de-DE" sz="2000" dirty="0">
              <a:solidFill>
                <a:schemeClr val="tx1"/>
              </a:solidFill>
              <a:latin typeface="Arial" panose="020B0604020202020204" pitchFamily="34" charset="0"/>
              <a:cs typeface="Arial" panose="020B0604020202020204" pitchFamily="34" charset="0"/>
            </a:endParaRPr>
          </a:p>
        </p:txBody>
      </p:sp>
      <p:sp>
        <p:nvSpPr>
          <p:cNvPr id="5" name="Textfeld 4">
            <a:extLst>
              <a:ext uri="{FF2B5EF4-FFF2-40B4-BE49-F238E27FC236}">
                <a16:creationId xmlns:a16="http://schemas.microsoft.com/office/drawing/2014/main" id="{31071C43-665F-4883-9D60-6F0B8AF2A5F9}"/>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16</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11766117-3282-5055-C940-E2DBE5BDD9C8}"/>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390552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Kooperationen</a:t>
            </a:r>
            <a:r>
              <a:rPr lang="en-US" sz="3600" dirty="0"/>
              <a:t>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282809"/>
            <a:ext cx="10629540"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1800" dirty="0">
                <a:solidFill>
                  <a:schemeClr val="tx1"/>
                </a:solidFill>
                <a:latin typeface="Arial" panose="020B0604020202020204" pitchFamily="34" charset="0"/>
                <a:cs typeface="Arial" panose="020B0604020202020204" pitchFamily="34" charset="0"/>
              </a:rPr>
              <a:t>Vorstellung der wesentlichen </a:t>
            </a:r>
            <a:r>
              <a:rPr lang="de-DE" altLang="de-DE" sz="1800" dirty="0" err="1">
                <a:solidFill>
                  <a:schemeClr val="tx1"/>
                </a:solidFill>
                <a:latin typeface="Arial" panose="020B0604020202020204" pitchFamily="34" charset="0"/>
                <a:cs typeface="Arial" panose="020B0604020202020204" pitchFamily="34" charset="0"/>
              </a:rPr>
              <a:t>Partner:innen</a:t>
            </a:r>
            <a:r>
              <a:rPr lang="de-DE" altLang="de-DE" sz="1800" dirty="0">
                <a:solidFill>
                  <a:schemeClr val="tx1"/>
                </a:solidFill>
                <a:latin typeface="Arial" panose="020B0604020202020204" pitchFamily="34" charset="0"/>
                <a:cs typeface="Arial" panose="020B0604020202020204" pitchFamily="34" charset="0"/>
              </a:rPr>
              <a:t>, die unerlässlich für eine erfolgreiche Umsetzung sind </a:t>
            </a:r>
            <a:br>
              <a:rPr lang="de-DE" altLang="de-DE" sz="2000" dirty="0">
                <a:solidFill>
                  <a:schemeClr val="tx1"/>
                </a:solidFill>
                <a:latin typeface="Arial" panose="020B0604020202020204" pitchFamily="34" charset="0"/>
                <a:cs typeface="Arial" panose="020B0604020202020204" pitchFamily="34" charset="0"/>
              </a:rPr>
            </a:br>
            <a:r>
              <a:rPr lang="de-DE" altLang="de-DE" sz="1200" dirty="0">
                <a:solidFill>
                  <a:schemeClr val="tx1"/>
                </a:solidFill>
                <a:latin typeface="Arial" panose="020B0604020202020204" pitchFamily="34" charset="0"/>
                <a:cs typeface="Arial" panose="020B0604020202020204" pitchFamily="34" charset="0"/>
              </a:rPr>
              <a:t>(nicht gemeint sind „einfache“ </a:t>
            </a:r>
            <a:r>
              <a:rPr lang="de-DE" altLang="de-DE" sz="1200" dirty="0" err="1">
                <a:solidFill>
                  <a:schemeClr val="tx1"/>
                </a:solidFill>
                <a:latin typeface="Arial" panose="020B0604020202020204" pitchFamily="34" charset="0"/>
                <a:cs typeface="Arial" panose="020B0604020202020204" pitchFamily="34" charset="0"/>
              </a:rPr>
              <a:t>Dienstleister:innen</a:t>
            </a:r>
            <a:r>
              <a:rPr lang="de-DE" altLang="de-DE" sz="1200" dirty="0">
                <a:solidFill>
                  <a:schemeClr val="tx1"/>
                </a:solidFill>
                <a:latin typeface="Arial" panose="020B0604020202020204" pitchFamily="34" charset="0"/>
                <a:cs typeface="Arial" panose="020B0604020202020204" pitchFamily="34" charset="0"/>
              </a:rPr>
              <a:t> oder </a:t>
            </a:r>
            <a:r>
              <a:rPr lang="de-DE" altLang="de-DE" sz="1200" dirty="0" err="1">
                <a:solidFill>
                  <a:schemeClr val="tx1"/>
                </a:solidFill>
                <a:latin typeface="Arial" panose="020B0604020202020204" pitchFamily="34" charset="0"/>
                <a:cs typeface="Arial" panose="020B0604020202020204" pitchFamily="34" charset="0"/>
              </a:rPr>
              <a:t>Lieferant:innen</a:t>
            </a:r>
            <a:r>
              <a:rPr lang="de-DE" altLang="de-DE" sz="1200" dirty="0">
                <a:solidFill>
                  <a:schemeClr val="tx1"/>
                </a:solidFill>
                <a:latin typeface="Arial" panose="020B0604020202020204" pitchFamily="34" charset="0"/>
                <a:cs typeface="Arial" panose="020B0604020202020204" pitchFamily="34" charset="0"/>
              </a:rPr>
              <a: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Kooperationen sind bereits vorhanden? Auf welcher Basis? Welche (möglichen) Kooperationen sind in Zukunft anvisiert?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Beispiele für Kooperationen: gemeinsame F&amp;E / </a:t>
            </a:r>
            <a:r>
              <a:rPr lang="de-DE" altLang="de-DE" sz="2000" dirty="0" err="1">
                <a:solidFill>
                  <a:schemeClr val="tx1"/>
                </a:solidFill>
                <a:latin typeface="Arial" panose="020B0604020202020204" pitchFamily="34" charset="0"/>
                <a:cs typeface="Arial" panose="020B0604020202020204" pitchFamily="34" charset="0"/>
              </a:rPr>
              <a:t>Prototyping</a:t>
            </a:r>
            <a:r>
              <a:rPr lang="de-DE" altLang="de-DE" sz="2000" dirty="0">
                <a:solidFill>
                  <a:schemeClr val="tx1"/>
                </a:solidFill>
                <a:latin typeface="Arial" panose="020B0604020202020204" pitchFamily="34" charset="0"/>
                <a:cs typeface="Arial" panose="020B0604020202020204" pitchFamily="34" charset="0"/>
              </a:rPr>
              <a:t>, Pilotprojekte / Use-Cases, Produktentwicklung, </a:t>
            </a:r>
            <a:r>
              <a:rPr lang="de-DE" altLang="de-DE" sz="2000" dirty="0" err="1">
                <a:solidFill>
                  <a:schemeClr val="tx1"/>
                </a:solidFill>
                <a:latin typeface="Arial" panose="020B0604020202020204" pitchFamily="34" charset="0"/>
                <a:cs typeface="Arial" panose="020B0604020202020204" pitchFamily="34" charset="0"/>
              </a:rPr>
              <a:t>Pilotkund:innen</a:t>
            </a:r>
            <a:r>
              <a:rPr lang="de-DE" altLang="de-DE" sz="2000" dirty="0">
                <a:solidFill>
                  <a:schemeClr val="tx1"/>
                </a:solidFill>
                <a:latin typeface="Arial" panose="020B0604020202020204" pitchFamily="34" charset="0"/>
                <a:cs typeface="Arial" panose="020B0604020202020204" pitchFamily="34" charset="0"/>
              </a:rPr>
              <a:t>, strategische Partnerschaften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Falls Sie keine Kooperationen haben bzw. planen, erläutern Sie bitte, weshalb für Ihr Vorhaben keine Kooperationen erforderlich sind.</a:t>
            </a:r>
            <a:endParaRPr lang="de-DE" sz="2000" dirty="0">
              <a:solidFill>
                <a:schemeClr val="tx1"/>
              </a:solidFill>
              <a:latin typeface="Arial" panose="020B0604020202020204" pitchFamily="34" charset="0"/>
              <a:cs typeface="Arial" panose="020B0604020202020204" pitchFamily="34" charset="0"/>
            </a:endParaRPr>
          </a:p>
        </p:txBody>
      </p:sp>
      <p:sp>
        <p:nvSpPr>
          <p:cNvPr id="5" name="Textfeld 4">
            <a:extLst>
              <a:ext uri="{FF2B5EF4-FFF2-40B4-BE49-F238E27FC236}">
                <a16:creationId xmlns:a16="http://schemas.microsoft.com/office/drawing/2014/main" id="{96AC4E75-F212-4344-9B2C-04DE108AD9E3}"/>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17</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C8A61C23-5E42-674A-8B5E-82D547D92616}"/>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713344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Status Quo &amp; Next Steps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In welcher Phase befindet sich die Umsetzung Ihrer Geschäftsidee?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Vorarbeiten sind bereits abgeschlossen? </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sind die wichtigsten nächsten Schritte und Meilensteine?</a:t>
            </a:r>
          </a:p>
        </p:txBody>
      </p:sp>
      <p:sp>
        <p:nvSpPr>
          <p:cNvPr id="5" name="Textfeld 4">
            <a:extLst>
              <a:ext uri="{FF2B5EF4-FFF2-40B4-BE49-F238E27FC236}">
                <a16:creationId xmlns:a16="http://schemas.microsoft.com/office/drawing/2014/main" id="{FEEFE31C-81F7-4E57-8A3C-35D1F027F5C0}"/>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18</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2F019ACD-D80C-14F2-31EB-6E1801FD51D0}"/>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114633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err="1"/>
              <a:t>Herausforderungen</a:t>
            </a:r>
            <a:r>
              <a:rPr lang="en-US" sz="3600" dirty="0"/>
              <a:t> &amp; </a:t>
            </a:r>
            <a:r>
              <a:rPr lang="en-US" sz="3600" dirty="0" err="1"/>
              <a:t>Risiken</a:t>
            </a:r>
            <a:r>
              <a:rPr lang="en-US" sz="3600" dirty="0"/>
              <a:t>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sind </a:t>
            </a:r>
            <a:r>
              <a:rPr lang="de-DE" altLang="de-DE" sz="2000" b="1" dirty="0">
                <a:solidFill>
                  <a:schemeClr val="tx1"/>
                </a:solidFill>
                <a:latin typeface="Arial" panose="020B0604020202020204" pitchFamily="34" charset="0"/>
                <a:cs typeface="Arial" panose="020B0604020202020204" pitchFamily="34" charset="0"/>
              </a:rPr>
              <a:t>aktuell </a:t>
            </a:r>
            <a:r>
              <a:rPr lang="de-DE" altLang="de-DE" sz="2000" dirty="0">
                <a:solidFill>
                  <a:schemeClr val="tx1"/>
                </a:solidFill>
                <a:latin typeface="Arial" panose="020B0604020202020204" pitchFamily="34" charset="0"/>
                <a:cs typeface="Arial" panose="020B0604020202020204" pitchFamily="34" charset="0"/>
              </a:rPr>
              <a:t>die größten Herausforderungen für die Umsetzung Ihres Vorhabens?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a:t>
            </a:r>
            <a:r>
              <a:rPr lang="de-DE" altLang="de-DE" sz="2000" b="1" dirty="0">
                <a:solidFill>
                  <a:schemeClr val="tx1"/>
                </a:solidFill>
                <a:latin typeface="Arial" panose="020B0604020202020204" pitchFamily="34" charset="0"/>
                <a:cs typeface="Arial" panose="020B0604020202020204" pitchFamily="34" charset="0"/>
              </a:rPr>
              <a:t>möglichen Risiken </a:t>
            </a:r>
            <a:r>
              <a:rPr lang="de-DE" altLang="de-DE" sz="2000" dirty="0">
                <a:solidFill>
                  <a:schemeClr val="tx1"/>
                </a:solidFill>
                <a:latin typeface="Arial" panose="020B0604020202020204" pitchFamily="34" charset="0"/>
                <a:cs typeface="Arial" panose="020B0604020202020204" pitchFamily="34" charset="0"/>
              </a:rPr>
              <a:t>gibt es für die erfolgreiche Umsetzung in Zukunft?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a:t>
            </a:r>
            <a:r>
              <a:rPr lang="de-DE" altLang="de-DE" sz="2000" b="1" dirty="0">
                <a:solidFill>
                  <a:schemeClr val="tx1"/>
                </a:solidFill>
                <a:latin typeface="Arial" panose="020B0604020202020204" pitchFamily="34" charset="0"/>
                <a:cs typeface="Arial" panose="020B0604020202020204" pitchFamily="34" charset="0"/>
              </a:rPr>
              <a:t>äußeren Faktoren </a:t>
            </a:r>
            <a:r>
              <a:rPr lang="de-DE" altLang="de-DE" sz="2000" dirty="0">
                <a:solidFill>
                  <a:schemeClr val="tx1"/>
                </a:solidFill>
                <a:latin typeface="Arial" panose="020B0604020202020204" pitchFamily="34" charset="0"/>
                <a:cs typeface="Arial" panose="020B0604020202020204" pitchFamily="34" charset="0"/>
              </a:rPr>
              <a:t>könnten die Umsetzung der Meilensteine verzögern oder gefährden?</a:t>
            </a:r>
          </a:p>
        </p:txBody>
      </p:sp>
      <p:sp>
        <p:nvSpPr>
          <p:cNvPr id="5" name="Textfeld 4">
            <a:extLst>
              <a:ext uri="{FF2B5EF4-FFF2-40B4-BE49-F238E27FC236}">
                <a16:creationId xmlns:a16="http://schemas.microsoft.com/office/drawing/2014/main" id="{FEEFE31C-81F7-4E57-8A3C-35D1F027F5C0}"/>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19</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87AD7271-EEEB-D00A-1DB0-98E4AF8B970A}"/>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3638869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6605094-9A08-4054-BC1A-390E0E6B8F75}"/>
              </a:ext>
            </a:extLst>
          </p:cNvPr>
          <p:cNvSpPr>
            <a:spLocks noGrp="1"/>
          </p:cNvSpPr>
          <p:nvPr>
            <p:ph type="body" sz="quarter" idx="10"/>
          </p:nvPr>
        </p:nvSpPr>
        <p:spPr>
          <a:xfrm>
            <a:off x="806468" y="985233"/>
            <a:ext cx="10551581" cy="1005247"/>
          </a:xfrm>
        </p:spPr>
        <p:txBody>
          <a:bodyPr/>
          <a:lstStyle/>
          <a:p>
            <a:r>
              <a:rPr lang="en-US" sz="3600" dirty="0"/>
              <a:t>Vision &amp; Wachstum </a:t>
            </a:r>
            <a:r>
              <a:rPr lang="en-US" sz="2000" b="0" dirty="0"/>
              <a:t>(1 Folie)</a:t>
            </a:r>
          </a:p>
        </p:txBody>
      </p:sp>
      <p:sp>
        <p:nvSpPr>
          <p:cNvPr id="4" name="Textplatzhalter 3">
            <a:extLst>
              <a:ext uri="{FF2B5EF4-FFF2-40B4-BE49-F238E27FC236}">
                <a16:creationId xmlns:a16="http://schemas.microsoft.com/office/drawing/2014/main" id="{75A52A79-96DA-4513-9F42-35A9554AE74E}"/>
              </a:ext>
            </a:extLst>
          </p:cNvPr>
          <p:cNvSpPr>
            <a:spLocks noGrp="1"/>
          </p:cNvSpPr>
          <p:nvPr>
            <p:ph type="body" sz="quarter" idx="13"/>
          </p:nvPr>
        </p:nvSpPr>
        <p:spPr>
          <a:xfrm>
            <a:off x="812817" y="2556127"/>
            <a:ext cx="10562168" cy="3420000"/>
          </a:xfrm>
        </p:spPr>
        <p:txBody>
          <a:bodyPr/>
          <a:lstStyle/>
          <a:p>
            <a:pPr marL="0" indent="0" eaLnBrk="1" fontAlgn="auto" hangingPunct="1">
              <a:lnSpc>
                <a:spcPct val="150000"/>
              </a:lnSpc>
              <a:spcAft>
                <a:spcPts val="0"/>
              </a:spcAft>
              <a:buNone/>
              <a:defRPr/>
            </a:pPr>
            <a:r>
              <a:rPr lang="de-DE" altLang="de-DE" sz="2000" dirty="0"/>
              <a:t>Bitte gehen Sie auf folgende Aspekte ein:</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Pläne verfolgen Sie für den Aufbau und die Entwicklung eines skalierbaren Unternehmens?</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Schritte sind schon konkret geplant?</a:t>
            </a:r>
          </a:p>
          <a:p>
            <a:pPr marL="457228" lvl="2" indent="-285750" defTabSz="457200">
              <a:lnSpc>
                <a:spcPct val="150000"/>
              </a:lnSpc>
              <a:buFont typeface="Wingdings" panose="05000000000000000000" pitchFamily="2" charset="2"/>
              <a:buChar char="§"/>
              <a:defRPr/>
            </a:pPr>
            <a:r>
              <a:rPr lang="de-DE" altLang="de-DE" sz="2000" dirty="0">
                <a:solidFill>
                  <a:schemeClr val="tx1"/>
                </a:solidFill>
                <a:latin typeface="Arial" panose="020B0604020202020204" pitchFamily="34" charset="0"/>
                <a:cs typeface="Arial" panose="020B0604020202020204" pitchFamily="34" charset="0"/>
              </a:rPr>
              <a:t>Welche Strategien gibt es für zukünftiges Wachstum und Finanzierung?</a:t>
            </a:r>
          </a:p>
        </p:txBody>
      </p:sp>
      <p:sp>
        <p:nvSpPr>
          <p:cNvPr id="5" name="Textfeld 4">
            <a:extLst>
              <a:ext uri="{FF2B5EF4-FFF2-40B4-BE49-F238E27FC236}">
                <a16:creationId xmlns:a16="http://schemas.microsoft.com/office/drawing/2014/main" id="{26941AB6-13F5-49D8-8937-E91678629181}"/>
              </a:ext>
            </a:extLst>
          </p:cNvPr>
          <p:cNvSpPr txBox="1"/>
          <p:nvPr/>
        </p:nvSpPr>
        <p:spPr>
          <a:xfrm>
            <a:off x="10926534" y="6349429"/>
            <a:ext cx="863029" cy="276999"/>
          </a:xfrm>
          <a:prstGeom prst="rect">
            <a:avLst/>
          </a:prstGeom>
          <a:noFill/>
        </p:spPr>
        <p:txBody>
          <a:bodyPr wrap="square" rtlCol="0">
            <a:spAutoFit/>
          </a:bodyPr>
          <a:lstStyle/>
          <a:p>
            <a:pPr algn="r"/>
            <a:fld id="{F9BBD76A-316A-400F-887B-FAC7EB9659B1}" type="slidenum">
              <a:rPr lang="de-AT" sz="1200" smtClean="0">
                <a:latin typeface="Arial" panose="020B0604020202020204" pitchFamily="34" charset="0"/>
                <a:cs typeface="Arial" panose="020B0604020202020204" pitchFamily="34" charset="0"/>
              </a:rPr>
              <a:pPr algn="r"/>
              <a:t>20</a:t>
            </a:fld>
            <a:endParaRPr lang="de-AT" sz="12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FA580E71-5F07-9D1A-C4DF-FBAB9C655845}"/>
              </a:ext>
            </a:extLst>
          </p:cNvPr>
          <p:cNvSpPr txBox="1">
            <a:spLocks noGrp="1"/>
          </p:cNvSpPr>
          <p:nvPr>
            <p:ph type="body" sz="quarter" idx="12"/>
          </p:nvPr>
        </p:nvSpPr>
        <p:spPr>
          <a:xfrm>
            <a:off x="806450" y="523875"/>
            <a:ext cx="5287963" cy="314325"/>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Tx/>
              <a:buNone/>
              <a:defRPr sz="1100" b="1" u="sng" kern="1200">
                <a:solidFill>
                  <a:srgbClr val="00377A"/>
                </a:solidFill>
                <a:latin typeface="Arial"/>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0" u="none" dirty="0" err="1">
                <a:latin typeface="Arial Black" panose="020B0A04020102020204" pitchFamily="34" charset="0"/>
              </a:rPr>
              <a:t>aws</a:t>
            </a:r>
            <a:r>
              <a:rPr lang="de-DE" u="none" dirty="0">
                <a:solidFill>
                  <a:srgbClr val="00B8ED"/>
                </a:solidFill>
              </a:rPr>
              <a:t> </a:t>
            </a:r>
            <a:r>
              <a:rPr lang="de-DE" b="0" u="none" dirty="0" err="1">
                <a:solidFill>
                  <a:srgbClr val="00B8ED"/>
                </a:solidFill>
              </a:rPr>
              <a:t>Preseed</a:t>
            </a:r>
            <a:r>
              <a:rPr lang="de-DE" b="0" u="none" dirty="0">
                <a:solidFill>
                  <a:srgbClr val="00B8ED"/>
                </a:solidFill>
              </a:rPr>
              <a:t> | </a:t>
            </a:r>
            <a:r>
              <a:rPr lang="de-DE" b="0" u="none" dirty="0" err="1">
                <a:solidFill>
                  <a:srgbClr val="00B8ED"/>
                </a:solidFill>
              </a:rPr>
              <a:t>Seedfinancing</a:t>
            </a:r>
            <a:r>
              <a:rPr lang="de-DE" b="0" u="none" dirty="0">
                <a:solidFill>
                  <a:srgbClr val="00B8ED"/>
                </a:solidFill>
              </a:rPr>
              <a:t> – Innovative Solutions</a:t>
            </a:r>
          </a:p>
          <a:p>
            <a:endParaRPr lang="de-DE" b="0" dirty="0">
              <a:solidFill>
                <a:srgbClr val="00B8ED"/>
              </a:solidFill>
            </a:endParaRPr>
          </a:p>
        </p:txBody>
      </p:sp>
    </p:spTree>
    <p:extLst>
      <p:ext uri="{BB962C8B-B14F-4D97-AF65-F5344CB8AC3E}">
        <p14:creationId xmlns:p14="http://schemas.microsoft.com/office/powerpoint/2010/main" val="2040261684"/>
      </p:ext>
    </p:extLst>
  </p:cSld>
  <p:clrMapOvr>
    <a:masterClrMapping/>
  </p:clrMapOvr>
</p:sld>
</file>

<file path=ppt/theme/theme1.xml><?xml version="1.0" encoding="utf-8"?>
<a:theme xmlns:a="http://schemas.openxmlformats.org/drawingml/2006/main" name="MASTER Blau 1">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Klassisch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A51E7ACA-FC6E-4A20-B614-2427918B3AFB}"/>
    </a:ext>
  </a:extLst>
</a:theme>
</file>

<file path=ppt/theme/theme2.xml><?xml version="1.0" encoding="utf-8"?>
<a:theme xmlns:a="http://schemas.openxmlformats.org/drawingml/2006/main" name="MASTER Blau 2">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37799956-9A9E-4907-AA14-482B846BCDA3}"/>
    </a:ext>
  </a:extLst>
</a:theme>
</file>

<file path=ppt/theme/theme3.xml><?xml version="1.0" encoding="utf-8"?>
<a:theme xmlns:a="http://schemas.openxmlformats.org/drawingml/2006/main" name="MASTER Hellblau">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0301_aws-Masterfolie_16_9.pptx" id="{2C224AFE-482D-4369-8AAD-8F58446E7322}" vid="{D9C3D8F1-8BCE-44D9-A538-01D7077E0EDF}"/>
    </a:ext>
  </a:extLst>
</a:theme>
</file>

<file path=ppt/theme/theme4.xml><?xml version="1.0" encoding="utf-8"?>
<a:theme xmlns:a="http://schemas.openxmlformats.org/drawingml/2006/main" name="PRODUKTE-Übersicht">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0301_aws-Masterfolie_16_9.pptx" id="{2C224AFE-482D-4369-8AAD-8F58446E7322}" vid="{83C71F5D-05D2-4709-9F44-72A7BBE81B08}"/>
    </a:ext>
  </a:extLst>
</a:theme>
</file>

<file path=ppt/theme/theme5.xml><?xml version="1.0" encoding="utf-8"?>
<a:theme xmlns:a="http://schemas.openxmlformats.org/drawingml/2006/main" name="PRODUKTE_Abläufe_Prozesse_Allgemein">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5A5C43A4-358D-4D43-8BED-BA879A254057}"/>
    </a:ext>
  </a:extLst>
</a:theme>
</file>

<file path=ppt/theme/theme6.xml><?xml version="1.0" encoding="utf-8"?>
<a:theme xmlns:a="http://schemas.openxmlformats.org/drawingml/2006/main" name="FACH-PPT_Textfolien">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CF0A83AF-10C4-48BF-9FF8-3EA4E97D239F}"/>
    </a:ext>
  </a:extLst>
</a:theme>
</file>

<file path=ppt/theme/theme7.xml><?xml version="1.0" encoding="utf-8"?>
<a:theme xmlns:a="http://schemas.openxmlformats.org/drawingml/2006/main" name="FACH-PPT_Referenzen">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7F2261BC-FDCC-408A-BCF5-149D429D4342}"/>
    </a:ext>
  </a:extLst>
</a:theme>
</file>

<file path=ppt/theme/theme8.xml><?xml version="1.0" encoding="utf-8"?>
<a:theme xmlns:a="http://schemas.openxmlformats.org/drawingml/2006/main" name="FACH-PPT_Tabellen_Diagramme">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03EC803E-6D8C-4F9A-BF7F-D3E0A128A5DF}"/>
    </a:ext>
  </a:extLst>
</a:theme>
</file>

<file path=ppt/theme/theme9.xml><?xml version="1.0" encoding="utf-8"?>
<a:theme xmlns:a="http://schemas.openxmlformats.org/drawingml/2006/main" name="Image">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D436677C-4C6B-47BB-8E61-E5B154C95F5A}"/>
    </a:ext>
  </a:extLst>
</a:theme>
</file>

<file path=ppt/theme/theme10.xml><?xml version="1.0" encoding="utf-8"?>
<a:theme xmlns:a="http://schemas.openxmlformats.org/drawingml/2006/main" name="1_MASTER WEISS">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2BBA6B32-BD3A-4B97-914B-1C197F073776}"/>
    </a:ext>
  </a:extLst>
</a:theme>
</file>

<file path=ppt/theme/theme11.xml><?xml version="1.0" encoding="utf-8"?>
<a:theme xmlns:a="http://schemas.openxmlformats.org/drawingml/2006/main" name="MASTER WEISS">
  <a:themeElements>
    <a:clrScheme name="PPT-AR">
      <a:dk1>
        <a:srgbClr val="00377A"/>
      </a:dk1>
      <a:lt1>
        <a:srgbClr val="FFFFFF"/>
      </a:lt1>
      <a:dk2>
        <a:srgbClr val="000000"/>
      </a:dk2>
      <a:lt2>
        <a:srgbClr val="2E75B6"/>
      </a:lt2>
      <a:accent1>
        <a:srgbClr val="00DCBE"/>
      </a:accent1>
      <a:accent2>
        <a:srgbClr val="7CA9B2"/>
      </a:accent2>
      <a:accent3>
        <a:srgbClr val="9DC3E6"/>
      </a:accent3>
      <a:accent4>
        <a:srgbClr val="2E75B6"/>
      </a:accent4>
      <a:accent5>
        <a:srgbClr val="1F4E79"/>
      </a:accent5>
      <a:accent6>
        <a:srgbClr val="00B0F0"/>
      </a:accent6>
      <a:hlink>
        <a:srgbClr val="00B0F0"/>
      </a:hlink>
      <a:folHlink>
        <a:srgbClr val="65B1F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80301_aws-Masterfolie_16_9.pptx" id="{2C224AFE-482D-4369-8AAD-8F58446E7322}" vid="{64123635-62CC-45C2-9FFE-8F9613A2DFB6}"/>
    </a:ext>
  </a:extLst>
</a:theme>
</file>

<file path=ppt/theme/theme1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6c99a309-f164-4689-8ef8-a6569b8d31c9">
      <UserInfo>
        <DisplayName>Dr. Gertraud Leimueller</DisplayName>
        <AccountId>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58F315A09396534A9DE22DBBDD2EE53E" ma:contentTypeVersion="4" ma:contentTypeDescription="Ein neues Dokument erstellen." ma:contentTypeScope="" ma:versionID="44d05c77f299303e9e427a4e9af97c0c">
  <xsd:schema xmlns:xsd="http://www.w3.org/2001/XMLSchema" xmlns:xs="http://www.w3.org/2001/XMLSchema" xmlns:p="http://schemas.microsoft.com/office/2006/metadata/properties" xmlns:ns2="945b309e-ff2f-4572-87d9-044fa8d84a90" xmlns:ns3="6c99a309-f164-4689-8ef8-a6569b8d31c9" targetNamespace="http://schemas.microsoft.com/office/2006/metadata/properties" ma:root="true" ma:fieldsID="59510b85a33b6ee79aeed79f09becdac" ns2:_="" ns3:_="">
    <xsd:import namespace="945b309e-ff2f-4572-87d9-044fa8d84a90"/>
    <xsd:import namespace="6c99a309-f164-4689-8ef8-a6569b8d31c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5b309e-ff2f-4572-87d9-044fa8d84a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c99a309-f164-4689-8ef8-a6569b8d31c9"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AF1106-01EF-483D-98CF-E69C4A74DA34}">
  <ds:schemaRefs>
    <ds:schemaRef ds:uri="http://schemas.microsoft.com/sharepoint/v3/contenttype/forms"/>
  </ds:schemaRefs>
</ds:datastoreItem>
</file>

<file path=customXml/itemProps2.xml><?xml version="1.0" encoding="utf-8"?>
<ds:datastoreItem xmlns:ds="http://schemas.openxmlformats.org/officeDocument/2006/customXml" ds:itemID="{44A5908A-E9B9-4803-BCD3-70D11E356B9B}">
  <ds:schemaRefs>
    <ds:schemaRef ds:uri="945b309e-ff2f-4572-87d9-044fa8d84a90"/>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c99a309-f164-4689-8ef8-a6569b8d31c9"/>
    <ds:schemaRef ds:uri="http://www.w3.org/XML/1998/namespace"/>
    <ds:schemaRef ds:uri="http://purl.org/dc/dcmitype/"/>
  </ds:schemaRefs>
</ds:datastoreItem>
</file>

<file path=customXml/itemProps3.xml><?xml version="1.0" encoding="utf-8"?>
<ds:datastoreItem xmlns:ds="http://schemas.openxmlformats.org/officeDocument/2006/customXml" ds:itemID="{F813BA6F-A7F4-4820-88D7-B7577B9055BF}">
  <ds:schemaRefs>
    <ds:schemaRef ds:uri="6c99a309-f164-4689-8ef8-a6569b8d31c9"/>
    <ds:schemaRef ds:uri="945b309e-ff2f-4572-87d9-044fa8d84a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KWaws_bmdw_24032021</Template>
  <TotalTime>0</TotalTime>
  <Words>1271</Words>
  <Application>Microsoft Office PowerPoint</Application>
  <PresentationFormat>Breitbild</PresentationFormat>
  <Paragraphs>165</Paragraphs>
  <Slides>20</Slides>
  <Notes>0</Notes>
  <HiddenSlides>2</HiddenSlides>
  <MMClips>0</MMClips>
  <ScaleCrop>false</ScaleCrop>
  <HeadingPairs>
    <vt:vector size="6" baseType="variant">
      <vt:variant>
        <vt:lpstr>Verwendete Schriftarten</vt:lpstr>
      </vt:variant>
      <vt:variant>
        <vt:i4>5</vt:i4>
      </vt:variant>
      <vt:variant>
        <vt:lpstr>Design</vt:lpstr>
      </vt:variant>
      <vt:variant>
        <vt:i4>11</vt:i4>
      </vt:variant>
      <vt:variant>
        <vt:lpstr>Folientitel</vt:lpstr>
      </vt:variant>
      <vt:variant>
        <vt:i4>20</vt:i4>
      </vt:variant>
    </vt:vector>
  </HeadingPairs>
  <TitlesOfParts>
    <vt:vector size="36" baseType="lpstr">
      <vt:lpstr>Arial</vt:lpstr>
      <vt:lpstr>Arial Black</vt:lpstr>
      <vt:lpstr>Calibri</vt:lpstr>
      <vt:lpstr>Symbol</vt:lpstr>
      <vt:lpstr>Wingdings</vt:lpstr>
      <vt:lpstr>MASTER Blau 1</vt:lpstr>
      <vt:lpstr>MASTER Blau 2</vt:lpstr>
      <vt:lpstr>MASTER Hellblau</vt:lpstr>
      <vt:lpstr>PRODUKTE-Übersicht</vt:lpstr>
      <vt:lpstr>PRODUKTE_Abläufe_Prozesse_Allgemein</vt:lpstr>
      <vt:lpstr>FACH-PPT_Textfolien</vt:lpstr>
      <vt:lpstr>FACH-PPT_Referenzen</vt:lpstr>
      <vt:lpstr>FACH-PPT_Tabellen_Diagramme</vt:lpstr>
      <vt:lpstr>Image</vt:lpstr>
      <vt:lpstr>1_MASTER WEISS</vt:lpstr>
      <vt:lpstr>MASTER WEISS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AWS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Katrin Roseneder</dc:creator>
  <cp:lastModifiedBy>AKBARI Neshat</cp:lastModifiedBy>
  <cp:revision>239</cp:revision>
  <dcterms:created xsi:type="dcterms:W3CDTF">2021-03-22T10:05:10Z</dcterms:created>
  <dcterms:modified xsi:type="dcterms:W3CDTF">2025-07-21T11:11:16Z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0x01010058F315A09396534A9DE22DBBDD2EE53E</vt:lpwstr>
  </property>
</Properties>
</file>